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13f9d30ea9469d" /><Relationship Type="http://schemas.openxmlformats.org/officeDocument/2006/relationships/extended-properties" Target="/docProps/app.xml" Id="Rde1887c719664f85" /><Relationship Type="http://schemas.openxmlformats.org/officeDocument/2006/relationships/officeDocument" Target="/ppt/presentation.xml" Id="Ra2b5953aa17140a4" /></Relationships>
</file>

<file path=ppt/presentation.xml><?xml version="1.0" encoding="utf-8"?>
<p:presentation xmlns:p="http://schemas.openxmlformats.org/presentationml/2006/main">
  <p:sldMasterIdLst>
    <p:sldMasterId xmlns:r="http://schemas.openxmlformats.org/officeDocument/2006/relationships" id="2147483648" r:id="Rf97d79ced8204605"/>
  </p:sldMasterIdLst>
  <p:notesMasterIdLst>
    <p:notesMasterId xmlns:r="http://schemas.openxmlformats.org/officeDocument/2006/relationships" r:id="R2f4d0e251a53456a"/>
  </p:notesMasterIdLst>
  <p:sldIdLst>
    <p:sldId xmlns:r="http://schemas.openxmlformats.org/officeDocument/2006/relationships" id="256" r:id="R9d040316639c4ee7"/>
    <p:sldId xmlns:r="http://schemas.openxmlformats.org/officeDocument/2006/relationships" id="257" r:id="R564ecef4c4c341ec"/>
    <p:sldId xmlns:r="http://schemas.openxmlformats.org/officeDocument/2006/relationships" id="258" r:id="R80d31add64a44deb"/>
    <p:sldId xmlns:r="http://schemas.openxmlformats.org/officeDocument/2006/relationships" id="259" r:id="R6965cf1c984b47a6"/>
    <p:sldId xmlns:r="http://schemas.openxmlformats.org/officeDocument/2006/relationships" id="260" r:id="R85fcb81efac448f2"/>
    <p:sldId xmlns:r="http://schemas.openxmlformats.org/officeDocument/2006/relationships" id="261" r:id="Ree1d753e05754b49"/>
    <p:sldId xmlns:r="http://schemas.openxmlformats.org/officeDocument/2006/relationships" id="262" r:id="R2d10a10ec0f44189"/>
    <p:sldId xmlns:r="http://schemas.openxmlformats.org/officeDocument/2006/relationships" id="263" r:id="R0a542f976f3b44ac"/>
    <p:sldId xmlns:r="http://schemas.openxmlformats.org/officeDocument/2006/relationships" id="264" r:id="R2826f5b79c4f4c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df0dce277343d4" /><Relationship Type="http://schemas.openxmlformats.org/officeDocument/2006/relationships/slideMaster" Target="/ppt/slideMasters/slideMaster1.xml" Id="Rf97d79ced8204605" /><Relationship Type="http://schemas.openxmlformats.org/officeDocument/2006/relationships/notesMaster" Target="/ppt/notesMasters/notesMaster1.xml" Id="R2f4d0e251a53456a" /><Relationship Type="http://schemas.openxmlformats.org/officeDocument/2006/relationships/presProps" Target="/ppt/presProps.xml" Id="R09b1ca75053e4ac4" /><Relationship Type="http://schemas.openxmlformats.org/officeDocument/2006/relationships/tableStyles" Target="/ppt/tableStyles.xml" Id="R865e4e6babd841c2" /><Relationship Type="http://schemas.openxmlformats.org/officeDocument/2006/relationships/slide" Target="/ppt/slides/slide1.xml" Id="R9d040316639c4ee7" /><Relationship Type="http://schemas.openxmlformats.org/officeDocument/2006/relationships/slide" Target="/ppt/slides/slide2.xml" Id="R564ecef4c4c341ec" /><Relationship Type="http://schemas.openxmlformats.org/officeDocument/2006/relationships/slide" Target="/ppt/slides/slide3.xml" Id="R80d31add64a44deb" /><Relationship Type="http://schemas.openxmlformats.org/officeDocument/2006/relationships/slide" Target="/ppt/slides/slide4.xml" Id="R6965cf1c984b47a6" /><Relationship Type="http://schemas.openxmlformats.org/officeDocument/2006/relationships/slide" Target="/ppt/slides/slide5.xml" Id="R85fcb81efac448f2" /><Relationship Type="http://schemas.openxmlformats.org/officeDocument/2006/relationships/slide" Target="/ppt/slides/slide6.xml" Id="Ree1d753e05754b49" /><Relationship Type="http://schemas.openxmlformats.org/officeDocument/2006/relationships/slide" Target="/ppt/slides/slide7.xml" Id="R2d10a10ec0f44189" /><Relationship Type="http://schemas.openxmlformats.org/officeDocument/2006/relationships/slide" Target="/ppt/slides/slide8.xml" Id="R0a542f976f3b44ac" /><Relationship Type="http://schemas.openxmlformats.org/officeDocument/2006/relationships/slide" Target="/ppt/slides/slide9.xml" Id="R2826f5b79c4f4c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56ff26049d42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fb237aa76448f7" /><Relationship Type="http://schemas.openxmlformats.org/officeDocument/2006/relationships/notesMaster" Target="/ppt/notesMasters/notesMaster1.xml" Id="R65b71d0cf3f3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2d17d4e89a40ea" /><Relationship Type="http://schemas.openxmlformats.org/officeDocument/2006/relationships/notesMaster" Target="/ppt/notesMasters/notesMaster1.xml" Id="Ra42092a65bdb41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a4b11e903944ca" /><Relationship Type="http://schemas.openxmlformats.org/officeDocument/2006/relationships/notesMaster" Target="/ppt/notesMasters/notesMaster1.xml" Id="Rcb03be48f1a441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1fde619a074be1" /><Relationship Type="http://schemas.openxmlformats.org/officeDocument/2006/relationships/notesMaster" Target="/ppt/notesMasters/notesMaster1.xml" Id="R2a5a236be88949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2c30e0a72642a2" /><Relationship Type="http://schemas.openxmlformats.org/officeDocument/2006/relationships/notesMaster" Target="/ppt/notesMasters/notesMaster1.xml" Id="Rd0b261369a9748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43977d6b154909" /><Relationship Type="http://schemas.openxmlformats.org/officeDocument/2006/relationships/notesMaster" Target="/ppt/notesMasters/notesMaster1.xml" Id="R828f51a8e2f946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c5e471fcc34d25" /><Relationship Type="http://schemas.openxmlformats.org/officeDocument/2006/relationships/notesMaster" Target="/ppt/notesMasters/notesMaster1.xml" Id="Rea59f128a6f345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9b837eb3644810" /><Relationship Type="http://schemas.openxmlformats.org/officeDocument/2006/relationships/notesMaster" Target="/ppt/notesMasters/notesMaster1.xml" Id="Rf0411d80075e4a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a62b880ba244a5" /><Relationship Type="http://schemas.openxmlformats.org/officeDocument/2006/relationships/notesMaster" Target="/ppt/notesMasters/notesMaster1.xml" Id="R72b3dd5b35a14b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that choice to tokenized-stock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79c375da5f4c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2c54e146a46f6" /><Relationship Type="http://schemas.openxmlformats.org/officeDocument/2006/relationships/slideLayout" Target="/ppt/slideLayouts/slideLayout1.xml" Id="Rb0facfe9d9484a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acfe9d9484a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8554f21b304085" /><Relationship Type="http://schemas.openxmlformats.org/officeDocument/2006/relationships/notesSlide" Target="/ppt/notesSlides/notesSlide1.xml" Id="Rddeb54d4de5148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ee2aecdce7459e" /><Relationship Type="http://schemas.openxmlformats.org/officeDocument/2006/relationships/notesSlide" Target="/ppt/notesSlides/notesSlide2.xml" Id="Rbf761b9fb60246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14bcdf26b248bd" /><Relationship Type="http://schemas.openxmlformats.org/officeDocument/2006/relationships/notesSlide" Target="/ppt/notesSlides/notesSlide3.xml" Id="R49f15ec3eca14b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ee7c6ec6bd40d8" /><Relationship Type="http://schemas.openxmlformats.org/officeDocument/2006/relationships/notesSlide" Target="/ppt/notesSlides/notesSlide4.xml" Id="R690da85ce41b4b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f3f3d0bac04d9b" /><Relationship Type="http://schemas.openxmlformats.org/officeDocument/2006/relationships/notesSlide" Target="/ppt/notesSlides/notesSlide5.xml" Id="Rb66189f3cc16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83f08c2a30448e" /><Relationship Type="http://schemas.openxmlformats.org/officeDocument/2006/relationships/notesSlide" Target="/ppt/notesSlides/notesSlide6.xml" Id="R3918d3e89fb346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45b34ec69d4e62" /><Relationship Type="http://schemas.openxmlformats.org/officeDocument/2006/relationships/notesSlide" Target="/ppt/notesSlides/notesSlide7.xml" Id="Rca6deb4f04484a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680619e1dc4719" /><Relationship Type="http://schemas.openxmlformats.org/officeDocument/2006/relationships/image" Target="/ppt/media/image.png" Id="Rb5636b0f90864c80" /><Relationship Type="http://schemas.openxmlformats.org/officeDocument/2006/relationships/notesSlide" Target="/ppt/notesSlides/notesSlide8.xml" Id="R2a3e5bdc549745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1816669b7742de" /><Relationship Type="http://schemas.openxmlformats.org/officeDocument/2006/relationships/notesSlide" Target="/ppt/notesSlides/notesSlide9.xml" Id="R6abf11874f904fe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AA0D17-44FA-4168-8D42-B4624E87A3E0}"/>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9E92F0-6401-48CF-AD1E-714554D14A7B}"/>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3D37B5-5780-4E6B-BCB6-2E986FEB32B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254780E-B475-4151-8BB8-05F2AD4C00BA}"/>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5E0FEB85-BA43-4348-9C2D-1747772EE6E2}"/>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926FAAA8-E5D5-4750-9391-0E5ED8651176}"/>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5BB2B912-0229-41A3-A8AF-725A3A7D9C2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70E7B9-3D2D-4344-8DF6-8606FA02A3ED}"/>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211129197"/>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BC01910-3CAE-4A0A-ACC2-B29A715428D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D01F56-B1A9-4E3A-9B9F-CB760CA0E6C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BA53ED-00D8-493C-B0B2-5647650091D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B5155ABB-B086-4FE5-B239-1C9816749C0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D9F8837E-DDFF-444C-9241-54492F744C3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6656C42-3198-4A18-8CAE-60E965243572}"/>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1891BB39-DD78-4881-BDA0-E6B64B88ABE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57AE2CF1-037C-4A03-A40C-CB75FE3B1F49}"/>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DF5C7621-3BA7-413E-BA2E-14BF443A9DB5}"/>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C8B5C629-D754-48D6-AB92-C93A62ED5041}"/>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50B88749-D05D-43D8-9A1A-7E0FCD1F716C}"/>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9C08E0B3-BCF6-402B-B972-35F28A99B32A}"/>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2322253-5B21-4DF5-9387-53EF04DBEFB2}"/>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695026-32BA-477F-B0F9-EBA1231A6990}"/>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D3E0713A-0E1A-437E-B554-E984F2E0F312}"/>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93FC3CFD-42CA-4C05-AFD2-60C9EB2119BE}"/>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88857A40-4E67-4C4F-9BFD-ED42BA593FDD}"/>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D88191BF-48DE-4DB0-9652-45924EE437FC}"/>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8A482D0E-3D4A-40CE-AAFC-38582854054F}"/>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992B832E-95D4-4838-A941-32E19EF12236}"/>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D3A18468-A6C1-4458-A2F5-763E5127551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D3987B49-AE98-4485-A84B-2EFD0928E300}"/>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FC2CE265-5B2F-4A93-A550-393720FE1129}"/>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4CDB6C-8E1A-446C-B01C-D4DBC198447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1DA9D02E-8829-4D4E-B111-CB5C80D3E8A9}"/>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999265193"/>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E9D76CE-67D3-4037-A310-725D5C32B88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F51B8E-FF05-4F37-BAF9-A211E572716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324D12-70CD-44C4-8A27-A06BF739B99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795377A7-B394-4E22-B5D4-240EC542577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D373EC9-8A3E-4DB0-8ECE-E9D6AFDE461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8F311D4B-1907-42BD-BEBF-F01E5FE36A34}"/>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79F771D8-869A-423F-BFC6-512AB67129F0}"/>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72047535-4084-47E1-BF69-9A99668DEED6}"/>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D98CF368-2C0F-4D27-A42C-1E24A10192E5}"/>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6123605-799D-44C2-AE0A-D39869715FEB}"/>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DFCAB066-EC9E-4748-A4DF-825DD9DB4B43}"/>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698314E7-237D-4627-A6E1-6B41A4DD4984}"/>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F6EF1F5-4C49-4025-BE6F-FA36E29EE289}"/>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825A00A0-5AB6-45B3-A253-09A1AD616819}"/>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FD04F58D-5AA9-4B9C-A46D-07DCDD0A9535}"/>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5C1CE4A1-B35B-4F68-A290-10890083737A}"/>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E832877B-DC3F-4628-8021-6626692B9EBB}"/>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2A3873E6-7F10-4963-846D-243518EC02AF}"/>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595B622D-B06A-4357-B31B-3BC1C90AA0F8}"/>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D7C315E4-1926-4B8F-B385-05098D45E741}"/>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24532A98-CEA0-4E88-977B-A3316C1DE06D}"/>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218372452"/>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E40D080-24A2-4CB9-AA90-76AD6D49507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D0B11C-46F5-4D95-AEBE-B7C1843F308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44D324-85BA-4139-AADA-1212DA6BC84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63A89F4-D0C1-49D1-B8E0-2104741AF5A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0B5561DD-E9C7-4ECD-BFCB-FF200411CDB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223BD81-7E72-435D-8F48-818ABFBCD27D}"/>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E4A24BB9-D882-4BDD-974F-5B77DEBB0ED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8EA28D64-2C3A-47CC-9EB3-4C8AD0D38F9D}"/>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CD04AA58-C1DF-48DD-88FB-3087CEBF0EBE}"/>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8FD1F5-E6EF-401E-9591-9F79548395C8}"/>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850EA6D6-C381-4226-A5BC-2C056AF95266}"/>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CDEE2A36-EB71-49F5-BC21-3BF5C46125C6}"/>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8E4CC124-521D-4077-958B-49F585817E4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46F6F612-6FAB-4F68-BD51-80D2715FAF41}"/>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23063895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E67144-F98B-45A8-922D-58BE365CE17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0E92D5-4791-4C9F-9EEB-CA356183CF7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5B6930-B950-41CF-A72E-F16BCE9FD79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651740F-06B7-4C10-99AB-CEF3834FEF3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15635F32-9536-45D6-80B6-A9E3B3F5AA8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6E7E7FB0-FED6-4476-81B1-26490972E10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0E3B7E42-71BF-408C-9637-CF6D55118604}"/>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09D8B447-A55A-4440-8765-97F935DDFB9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2FE3BA8B-CCAB-4A7F-8A95-CFC933BF2247}"/>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79A7CE-8202-4F25-884C-1C820F5AA82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77A7113D-25A9-4AFC-BA2B-A7769CAFA4E2}"/>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5E59590E-F8B0-420F-95E2-171D8C78BE24}"/>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DFFF2ED7-BD93-4045-8456-B51DF4977059}"/>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3671E2-7547-4662-A743-AEA85FCB76B8}"/>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55F16E20-E959-4E2D-B885-A0BCF4FFFD98}"/>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6647B1B8-616C-4B40-B8AE-E03E2E35BFA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0A67BE89-4115-41DA-B547-476FFB72CC4E}"/>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420301498"/>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24426E-D602-4481-B536-C865895F6BD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FEABE4-688F-4427-8F3F-36E0A7AEE68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839BDE-5BE8-4B00-8B3F-BD1ACCDCB86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759421D-9A87-4F9C-A584-6BF47B07A88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8A4B34F2-F4AA-4418-A566-A1B5F53551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5C3EA03D-6AC8-4682-A44A-93A424B6374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8F22E732-15CA-4AFF-8DD5-96D5D1FBE2B6}"/>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3A984B30-D4AE-428B-8438-677FA643E97D}"/>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75451275-EE18-42F2-B4AD-62F8DD836922}"/>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757D36-E176-4628-8960-B7356DCDCD8B}"/>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55710DB5-909D-4613-B765-2161092C6949}"/>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A7C4A383-8E38-43DA-9166-DC0F0D21ACD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AB8A1F58-103C-4697-975C-CC896A174E2E}"/>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539775-C634-477B-B1D8-0CE47DAA90D3}"/>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41DA490-9190-487A-89B2-F5471ECA4B6C}"/>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1318A13-DB42-4135-89E4-6A98C74B0068}"/>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2FE868AE-A52A-4E8A-82F0-984E2AAF24D4}"/>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D653786-C241-4662-9EB5-0BE6D07AEDB4}"/>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682381553"/>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A94385E-96A2-47E3-87CD-5138675D4F55}"/>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765011-385C-4A3E-B543-E84FC9E5385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6512A6-0AEA-4BB3-9D17-007AA7AFF23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6EC0946-0A66-46A0-BE9D-9F1C3FC6875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6960C71B-5B77-435E-9303-8481F74371A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7357FBC7-1F42-4DB1-9D69-C76434751796}"/>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F77F8712-42B3-4B8D-A504-BF58B7A017EE}"/>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E55320A9-553E-4E34-AE11-F60E6BC2A217}"/>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C1E1BA83-30E2-41E1-98A0-86357F87233E}"/>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6A6E43A5-8299-43D0-8C25-EC8C76AE89B0}"/>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3057B4AA-6218-4F4B-81D8-EAE3B43649FB}"/>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6B94B9F3-29D7-42C9-AC14-8883C22E22FF}"/>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8D6956F7-D1BE-458A-9F46-89398E1178D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D5EBC1A7-FC71-4D94-BBA1-20FC66A641E1}"/>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B2ECB5-3559-4038-9C36-5EBFEB10FD19}"/>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3F4E6BF4-7D73-4505-8A0B-E220383CE234}"/>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6F19558E-09D5-490E-AB53-EB3BF3471C73}"/>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3B342B57-31D1-432D-ACC3-CE76975C378F}"/>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940F4D36-27E3-4691-AA9D-578BDCB2AFBB}"/>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20527F-27DE-4C6F-B9DF-13419FC9D79D}"/>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7B1394EC-3895-4BF1-8412-122DDE5E04D6}"/>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883DEF7F-DE49-4509-9C73-66449E5D087C}"/>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EA2381-8267-46F0-B160-083567800D5F}"/>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BB4295F5-BF96-407E-958F-F210D00406D1}"/>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AE4355AE-B43E-4C01-974B-8A24B5FDEB23}"/>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C3D017-5F40-443C-804D-2F176C9319EC}"/>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95153779"/>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789F6A-C40B-4D16-9070-315C1E1A805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6554A6-D3A3-4815-B003-21E8DDF6CDF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822D15-96DE-48EC-A622-2DF56C0A8A0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F23274A-4CDD-4A45-8903-B93FD6B906C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6AAE08D6-846E-4793-BAB9-1AB9A03287D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5636b0f90864c80"/>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3CF54B1C-FCDC-4A7D-8347-8527AB4F43B2}"/>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4109DCFA-3FB3-4A36-8E6A-9141851BEF16}"/>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12D7E100-1E8A-4234-86C3-898A52040F9E}"/>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9891CB33-5C34-4CE3-9024-90D7AE7FE53A}"/>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4F7F529B-4800-4338-90EE-46375A5CDD4A}"/>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D217672-F38E-474C-90F6-1D66BD4A639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CDA65B30-02CC-4338-9181-47EF7CEC565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D5F85DF9-CA96-493A-89BB-2D92DB92F92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C57D2EA9-AD94-4242-B842-771F859DE346}"/>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55F0B8-C95B-4258-BA38-DE5EB55EF84E}"/>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53FCC8AD-0FCA-45CA-BBC0-D21B7CE807F3}"/>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266524B-A2AA-403A-A94F-E483CE90A449}"/>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49340607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7A7852B-0925-4FCE-9A65-4D12354F220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32D902-5859-4B70-B5D8-84E3DB0C281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A09479-BA2C-4BF4-804E-6985FD08E47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A508B34D-61D5-42B9-A055-9EFDFF91DD7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EDE14747-1A51-41C0-913C-1FB5C489D2F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F81ECE15-C525-4782-B847-2D024CB6F4D8}"/>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CC58AE51-CD9E-4B70-B6A2-E468F8323513}"/>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F4D756C1-8B85-46DD-9ED8-F24723DA1445}"/>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CEAA1038-4D9A-4146-819C-9F12D876200B}"/>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C6B3C52A-AB0A-41D7-B347-46619838F3D2}"/>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9ABC53E5-744D-40C3-8D12-51743A460A0A}"/>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ECF95951-459E-44A2-B73E-3E146474C7E0}"/>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7049A6A6-1716-48A7-80DF-BF366FA0C796}"/>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3CCEA11-3160-43D1-985F-168CF0BFCCD3}"/>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AEA05BDA-1A48-4385-9AA2-97A793C64BF2}"/>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170B3A3E-864D-42CA-9EAA-195A6A5BD91D}"/>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8C4C6E-30EB-4561-A4C4-D42840170B48}"/>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DDFDE3C4-8714-498A-B26B-ADAA56C77E25}"/>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F1F6D99C-AFEF-4B42-ACCD-0371C24B793D}"/>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AE59DDCA-2ADD-44F5-A68E-5D15E5487E94}"/>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49565F5-F81D-4090-881B-7AF19F2D7130}"/>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D9E61474-28B0-4EEC-8C69-28D163765927}"/>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4498FC13-C3FA-43EE-AA52-D3AFC84F0539}"/>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7CB59F7D-CCBB-4EE1-A762-42CB3214CC94}"/>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2BC8EB6-B5E5-47C4-A5BC-1D6369F5C599}"/>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A964D7B6-1B20-4D97-A216-9214ED9B84D0}"/>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8337EA81-E830-4F9C-88AD-FE802D1D822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EA71BBB9-BCEC-4C14-9045-7232CA01F93A}"/>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062083543"/>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2026-09-16T06:00:23.9390000Z</dcterms:created>
  <dcterms:modified xsi:type="dcterms:W3CDTF">2026-09-16T06:00:23.9390000Z</dcterms:modified>
</coreProperties>
</file>