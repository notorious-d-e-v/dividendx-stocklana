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57567552c8404b" /><Relationship Type="http://schemas.openxmlformats.org/officeDocument/2006/relationships/extended-properties" Target="/docProps/app.xml" Id="R93548f2d1e014b60" /><Relationship Type="http://schemas.openxmlformats.org/officeDocument/2006/relationships/officeDocument" Target="/ppt/presentation.xml" Id="R2fe2db3325df47c0" /></Relationships>
</file>

<file path=ppt/presentation.xml><?xml version="1.0" encoding="utf-8"?>
<p:presentation xmlns:p="http://schemas.openxmlformats.org/presentationml/2006/main">
  <p:sldMasterIdLst>
    <p:sldMasterId xmlns:r="http://schemas.openxmlformats.org/officeDocument/2006/relationships" id="2147483648" r:id="Rf4b12c0ed2254721"/>
  </p:sldMasterIdLst>
  <p:notesMasterIdLst>
    <p:notesMasterId xmlns:r="http://schemas.openxmlformats.org/officeDocument/2006/relationships" r:id="R5e3023f6bca944ce"/>
  </p:notesMasterIdLst>
  <p:sldIdLst>
    <p:sldId xmlns:r="http://schemas.openxmlformats.org/officeDocument/2006/relationships" id="256" r:id="Rbaf2c452712e4c07"/>
    <p:sldId xmlns:r="http://schemas.openxmlformats.org/officeDocument/2006/relationships" id="257" r:id="Re6df086e2e234e32"/>
    <p:sldId xmlns:r="http://schemas.openxmlformats.org/officeDocument/2006/relationships" id="258" r:id="R457283df28d74cf7"/>
    <p:sldId xmlns:r="http://schemas.openxmlformats.org/officeDocument/2006/relationships" id="259" r:id="Rfe3b31b81eda445c"/>
    <p:sldId xmlns:r="http://schemas.openxmlformats.org/officeDocument/2006/relationships" id="260" r:id="R06f17615d7f14383"/>
    <p:sldId xmlns:r="http://schemas.openxmlformats.org/officeDocument/2006/relationships" id="261" r:id="R330947787cfb4520"/>
    <p:sldId xmlns:r="http://schemas.openxmlformats.org/officeDocument/2006/relationships" id="262" r:id="R2d2a22bf837a44a8"/>
    <p:sldId xmlns:r="http://schemas.openxmlformats.org/officeDocument/2006/relationships" id="263" r:id="R876039cde75942d9"/>
    <p:sldId xmlns:r="http://schemas.openxmlformats.org/officeDocument/2006/relationships" id="264" r:id="R10f91058dd9f43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0ea293ec0243d4" /><Relationship Type="http://schemas.openxmlformats.org/officeDocument/2006/relationships/slideMaster" Target="/ppt/slideMasters/slideMaster1.xml" Id="Rf4b12c0ed2254721" /><Relationship Type="http://schemas.openxmlformats.org/officeDocument/2006/relationships/notesMaster" Target="/ppt/notesMasters/notesMaster1.xml" Id="R5e3023f6bca944ce" /><Relationship Type="http://schemas.openxmlformats.org/officeDocument/2006/relationships/presProps" Target="/ppt/presProps.xml" Id="Rbf7ae9fc1dba4c4c" /><Relationship Type="http://schemas.openxmlformats.org/officeDocument/2006/relationships/tableStyles" Target="/ppt/tableStyles.xml" Id="R5ed91dd3a55c4c2b" /><Relationship Type="http://schemas.openxmlformats.org/officeDocument/2006/relationships/slide" Target="/ppt/slides/slide1.xml" Id="Rbaf2c452712e4c07" /><Relationship Type="http://schemas.openxmlformats.org/officeDocument/2006/relationships/slide" Target="/ppt/slides/slide2.xml" Id="Re6df086e2e234e32" /><Relationship Type="http://schemas.openxmlformats.org/officeDocument/2006/relationships/slide" Target="/ppt/slides/slide3.xml" Id="R457283df28d74cf7" /><Relationship Type="http://schemas.openxmlformats.org/officeDocument/2006/relationships/slide" Target="/ppt/slides/slide4.xml" Id="Rfe3b31b81eda445c" /><Relationship Type="http://schemas.openxmlformats.org/officeDocument/2006/relationships/slide" Target="/ppt/slides/slide5.xml" Id="R06f17615d7f14383" /><Relationship Type="http://schemas.openxmlformats.org/officeDocument/2006/relationships/slide" Target="/ppt/slides/slide6.xml" Id="R330947787cfb4520" /><Relationship Type="http://schemas.openxmlformats.org/officeDocument/2006/relationships/slide" Target="/ppt/slides/slide7.xml" Id="R2d2a22bf837a44a8" /><Relationship Type="http://schemas.openxmlformats.org/officeDocument/2006/relationships/slide" Target="/ppt/slides/slide8.xml" Id="R876039cde75942d9" /><Relationship Type="http://schemas.openxmlformats.org/officeDocument/2006/relationships/slide" Target="/ppt/slides/slide9.xml" Id="R10f91058dd9f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4682cdd142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404a69af24717" /><Relationship Type="http://schemas.openxmlformats.org/officeDocument/2006/relationships/notesMaster" Target="/ppt/notesMasters/notesMaster1.xml" Id="R065c754762784d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dac3ea3a944e31" /><Relationship Type="http://schemas.openxmlformats.org/officeDocument/2006/relationships/notesMaster" Target="/ppt/notesMasters/notesMaster1.xml" Id="Re4483e34148549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6fd6fc7c3d40a1" /><Relationship Type="http://schemas.openxmlformats.org/officeDocument/2006/relationships/notesMaster" Target="/ppt/notesMasters/notesMaster1.xml" Id="R10cf1692302148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b5f46fbbb54145" /><Relationship Type="http://schemas.openxmlformats.org/officeDocument/2006/relationships/notesMaster" Target="/ppt/notesMasters/notesMaster1.xml" Id="R466eb1dedcd145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68be6296814f99" /><Relationship Type="http://schemas.openxmlformats.org/officeDocument/2006/relationships/notesMaster" Target="/ppt/notesMasters/notesMaster1.xml" Id="R2cc2a850f3374a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ae0526c85e4753" /><Relationship Type="http://schemas.openxmlformats.org/officeDocument/2006/relationships/notesMaster" Target="/ppt/notesMasters/notesMaster1.xml" Id="Rfe1bf9114d484f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d6c7b099024560" /><Relationship Type="http://schemas.openxmlformats.org/officeDocument/2006/relationships/notesMaster" Target="/ppt/notesMasters/notesMaster1.xml" Id="Re5c1ac65f23c45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5e9d7bbda44eae" /><Relationship Type="http://schemas.openxmlformats.org/officeDocument/2006/relationships/notesMaster" Target="/ppt/notesMasters/notesMaster1.xml" Id="R305883db20854e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576ee130d046a2" /><Relationship Type="http://schemas.openxmlformats.org/officeDocument/2006/relationships/notesMaster" Target="/ppt/notesMasters/notesMaster1.xml" Id="R7255ee0e6ac448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that choice to tokenized-stock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event ledger remains missing;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b5128fc45c4a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8d78b5a1b4433" /><Relationship Type="http://schemas.openxmlformats.org/officeDocument/2006/relationships/slideLayout" Target="/ppt/slideLayouts/slideLayout1.xml" Id="Rd4f52a86530d4f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f52a86530d4f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c15e2f76004fcd" /><Relationship Type="http://schemas.openxmlformats.org/officeDocument/2006/relationships/notesSlide" Target="/ppt/notesSlides/notesSlide1.xml" Id="Rf1053c51356e44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3bec76f0dc435a" /><Relationship Type="http://schemas.openxmlformats.org/officeDocument/2006/relationships/notesSlide" Target="/ppt/notesSlides/notesSlide2.xml" Id="Re69b44a39f224c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9a66c6fc445c0" /><Relationship Type="http://schemas.openxmlformats.org/officeDocument/2006/relationships/notesSlide" Target="/ppt/notesSlides/notesSlide3.xml" Id="Rfc1ea6cdb66347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9313118d1644d4" /><Relationship Type="http://schemas.openxmlformats.org/officeDocument/2006/relationships/notesSlide" Target="/ppt/notesSlides/notesSlide4.xml" Id="R6f370c8af56a4c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4a5bfc7ea24538" /><Relationship Type="http://schemas.openxmlformats.org/officeDocument/2006/relationships/notesSlide" Target="/ppt/notesSlides/notesSlide5.xml" Id="R02b6c02cfea24f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be705e9359452f" /><Relationship Type="http://schemas.openxmlformats.org/officeDocument/2006/relationships/notesSlide" Target="/ppt/notesSlides/notesSlide6.xml" Id="Re0ec16942b0047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65149d84f949dd" /><Relationship Type="http://schemas.openxmlformats.org/officeDocument/2006/relationships/notesSlide" Target="/ppt/notesSlides/notesSlide7.xml" Id="R743908b8cc4744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e1c5c78ec74001" /><Relationship Type="http://schemas.openxmlformats.org/officeDocument/2006/relationships/image" Target="/ppt/media/image.png" Id="Rb9c77a84849b4327" /><Relationship Type="http://schemas.openxmlformats.org/officeDocument/2006/relationships/notesSlide" Target="/ppt/notesSlides/notesSlide8.xml" Id="R02ac78260dbe43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82dd8f0f7d49c3" /><Relationship Type="http://schemas.openxmlformats.org/officeDocument/2006/relationships/notesSlide" Target="/ppt/notesSlides/notesSlide9.xml" Id="R268e2f50595e44a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8A405A-9AD5-4864-8C8C-ECEEEFEFA9E4}"/>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12DECA-A352-4391-AA71-A30D3D4B5CC1}"/>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4C120C6-81C0-480C-92B3-4A82E6D8FD23}"/>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FC7CD37-2416-4A41-ABDD-4DEA97A21132}"/>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7730A50F-396B-4893-A972-761A629260E7}"/>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559782FD-CE85-4FE9-86C9-86B9495238EA}"/>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E158C775-1FAB-464B-92D6-AF5DD1D0DC1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5D98B8-9926-429F-B240-EFDD1BE2D12A}"/>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92754453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F552018-18E7-4C8F-B49A-83788A014E2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A26BBF-DB7B-482A-A15A-F06893AEFE6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6111AA-3793-4F98-BF76-EBA6FFFE9B1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EC457AD-B5EF-4F1A-A832-C0974F85804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1B632BF8-533B-40CF-ABF4-91F420729FC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5781F7A-3D90-4B5C-A8FD-FC80CCF9C4FF}"/>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73D85B39-7554-40B9-A8B1-EA0D1C39FCF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1E0F49F6-476B-459B-864E-98BB36C7A3E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C001B553-6321-4274-A68E-7E5DB4BD38AD}"/>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3CD96626-FC4E-43F1-ADB5-D58C75CCEEC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006F5A4-B1D7-4E09-92FE-C81E53169D88}"/>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FC9AD8FC-0C19-4094-ADDB-63A588B67098}"/>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88FD0E7B-EBB5-4843-B471-6EF3EFD71D33}"/>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674026-7C79-4A3B-AC0C-D7E250D72AD2}"/>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3C2A81A7-67FF-4B82-8E47-1E7DD409C94C}"/>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72DCFB3C-CCB9-404A-82DE-0AF8399D6E8D}"/>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28E6F794-D903-4147-A1B9-59EA2B506DA9}"/>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AA612B91-C63A-4A35-80C7-028FE74C9DDA}"/>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EB32329-C5AB-410D-BC8B-F2C92F6ED012}"/>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E13AFD48-44A6-4959-967E-B025D1AD7008}"/>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45BA1C8F-7435-464F-86DC-B7CEAD0175D2}"/>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3E376421-A625-4FE1-BD3F-50712BF2BC04}"/>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811C3773-E6B3-4117-96F3-6E0121ADF983}"/>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6AAF3CE-E418-497A-BFB1-D950B729BBC7}"/>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D96382F9-EB06-4858-B7B1-5D3A399BD930}"/>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22543279"/>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38A318-599A-47E6-9B32-F83D6758C71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CA14F3-0C6E-4184-B51B-C710D42569C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6D98FC-4D31-4D35-9B6D-79DFC62377A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BD478AAA-D23A-475D-A47E-5E3C163DF6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D0E39D48-5478-4703-94E7-0311B98AFF3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AEFAAE61-1F10-4E84-8C32-0B2E4A4465FD}"/>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4F4CE1A-1803-4161-B40E-F5C3B1CA5393}"/>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15900CD3-9A15-49A5-8710-03CBE2A0D8E8}"/>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5E12B5A0-3805-430D-80AB-5A880E9381E6}"/>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565FC58-7EFC-48CD-B6E4-1118CA23547A}"/>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10000189-9C54-467A-9652-7E05EEA8E665}"/>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CB82CAF0-7EFF-47CA-9ECB-D6433E603481}"/>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768A09D-9F50-4EA9-8FAE-D654BDE5E7E7}"/>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21F66524-AC79-49C7-A0EF-328BB8293C6F}"/>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BEF21FA4-9039-42A5-A218-38B4F4252DFE}"/>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FF9D7B92-42CF-45F5-8D2A-1CBCE8C8C4A5}"/>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089D447E-3627-4A6F-87A2-AC09D5AD0AC3}"/>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9B2A24D0-505B-4BBD-BEAC-46681BE327F9}"/>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08710A3-BA86-49C6-B333-56EC003A474C}"/>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128FD55E-1ECB-45E7-8FD8-E2EAFB0EF4CF}"/>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44083690-312D-4AD5-B1DC-4A5D5DBD42F4}"/>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753895846"/>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CCD6F6-F60C-49DE-A969-C1A7EB283FE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072E37-07A5-4BB7-BF47-0FCCA0A24C9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E6AA5F-02B8-42E0-8F3F-5CB63E22964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9AB4E03-94F6-4607-951C-511EB7D8806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5734EBA7-912E-4F1C-A83B-F5D3B924024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FAA7612D-F457-4D57-93FB-21E25B0BC084}"/>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3C76C25B-A180-4B5E-9AC0-D4A56B90085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9BCCCD6F-874D-4E45-9011-7F5BEC61FDF0}"/>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3A746D28-BA95-490C-817A-04D20BE1D106}"/>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E2B9B1-3E8B-4169-8ABF-5E81A9A8EC14}"/>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975FE160-B5E7-47AC-8A0C-366BD31F66B9}"/>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0561E436-3C60-4AFC-8E83-BB3B4F01F6D4}"/>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9EA39CA0-E59F-40E0-A2AF-89C033E567A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9566170C-8B89-4B3A-84B7-0E15D4C7707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73632270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A0C521-5B3B-4F86-9DF2-452D89C8328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2E3BFD-07C1-4176-A594-05B520DBC55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A85F96-12D7-4B42-B45D-526530B3FC7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77DDEFF-1B6B-41DC-9A36-CE0F753292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7DF7E69-4819-4B81-9A24-C4CE8422F9E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6740492-3DD3-4A25-BC92-6861542FDE84}"/>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60C1B71E-8E19-4C97-8094-2706C3A6665A}"/>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1B329A2B-E04E-4CAB-9B39-8206694FAB9A}"/>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AB66C9E9-A15C-4671-9B3A-37E4441091A7}"/>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32121F-2842-48FF-B952-52314CA1C4A9}"/>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0059C112-64B4-4284-B182-F2827E30653B}"/>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E82046B5-C82F-4A67-8067-6C85F19C11A6}"/>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317CA743-01A8-4960-9034-7161E92C85A3}"/>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950D8E-E985-4455-9C60-380E6D634B33}"/>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B9E90A5D-407D-4BDD-A581-09A9B39851EB}"/>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CB113163-4F71-454F-BA95-E7C8B394838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A3E9FB8F-91C1-4E4A-8949-22E8AD8EAB06}"/>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8077002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1036B4-04A6-4EC4-AC51-5AC5212251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DDF7E9-16DA-4EBF-A2EB-8E113234D4E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225798-8CAA-4017-88C5-9F1A6FF3B9F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51532F4-EF59-4C27-A47E-20DDF21A26C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0C748926-2F40-4529-A0EF-90F6DFDA4AD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BC577D64-07CD-4294-91F5-572FAEB569D9}"/>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C704F3B-9CCD-4BFD-88E8-5DBC4967C5FE}"/>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1E714A9-17D3-4748-A7C3-07B138F9D21A}"/>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9FD0A0C4-257D-4470-8EA9-6492815D1D61}"/>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9FD48B-7657-46F6-89CA-4F282C4D1BA0}"/>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1AEB74E-7048-4239-9ED6-C76DF25CB7CF}"/>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1CED74CE-1E1D-4F71-A610-FDAB8713851F}"/>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1809ADA6-91A9-4AD3-BD11-1C81CA31C854}"/>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7F0B40-D47A-4101-AE1E-8BED7DBFE03E}"/>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6F5EE60F-6661-4A84-AAB1-1703D84ED694}"/>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C0B28751-0217-488A-8476-5B24C5C6BE7F}"/>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B44F105C-CA9B-4635-81C7-D688D7FBC365}"/>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FD350A-CCED-486E-BCC1-F729B8357E88}"/>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255290288"/>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436D21A-4B6B-453D-994D-378F433BC42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3968AF-A1CC-4935-BF2E-1B3DD942C96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DA421E-9051-447E-A545-54FB5BB31DE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4032135-76B5-4877-A847-937AE15FC09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D99C5E62-CEEE-402F-8940-56B8088C3C2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F282439-576B-4863-8D3C-09CD52DB7482}"/>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46FE562C-D1D8-4F53-859F-799EEE221258}"/>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2DB1E397-E3C8-4731-AE56-C710AC0E3534}"/>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DA198D8E-A99E-4710-986A-E3CCD3AE3047}"/>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7D5FD681-45C0-42D3-8973-E83305C7A0E9}"/>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6B5429C9-BE79-4D26-8B13-2ACCDC5426E6}"/>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FFEE3D75-C1A8-4B95-ACD5-ABF685C8BFC6}"/>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0CF87897-9A88-4678-86C2-BA35A41139F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E50D5D49-D152-4285-8D59-6DA3BEFCBA51}"/>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7DB446-DA06-4785-ADAD-CA4A04AD474A}"/>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D9194488-8C68-4556-A943-3F8955275F63}"/>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6E6BBDDA-3331-4829-8AE6-54BD31C12235}"/>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5AB439E0-F469-4388-B0EF-9868D011F1F8}"/>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D509B623-B347-47F4-BF2E-F8E7ACF21F0D}"/>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4CF78F-99E5-4613-A137-818510F49531}"/>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C7F7438D-A7CC-4CE0-B3D8-BDB4C8DD7616}"/>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6115D280-8835-4120-B7E5-57855220562E}"/>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AF7904F-89DA-4AA0-B9E8-D0F2A5572DC9}"/>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8D1F8E47-7606-4214-99E0-DAD6E41B407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55B0E405-C46B-4A36-B225-A3190A398C6A}"/>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183E588-BEEA-43FB-A79D-2018CCF2E97B}"/>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635344572"/>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E0D970-6856-4230-B6E5-51F35CE02E1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B52F36-1F89-4948-9044-263E200356A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2BA8E3-8DED-4FA7-864B-6BAF179DCF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3FE80FE0-5D64-452D-B829-0043C656A12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C7516B66-9BF3-4FFB-B335-DF8DF98CA3D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c77a84849b4327"/>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8BBC277E-BEE0-4E94-980C-A24BC7C0752F}"/>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F8BC72E5-00D8-4E83-AFEC-8A8F2A1942A9}"/>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D8E435D9-D747-4929-9D9F-B879519A6821}"/>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9C9E12CC-FF1D-49AC-84DB-70198B40A2EF}"/>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1ED83838-3C2E-4B3D-8BEC-80B751BFE58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F182F78E-EFB2-4390-BA42-45008B3D7D6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1DDAD688-49BC-4CF8-B80D-103ECFA8CD8F}"/>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5ADAAAB6-70CE-43DC-A011-B8E0A6467B82}"/>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721A6AF-E6A9-4BF4-A70B-1543014782F3}"/>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7E8800-E845-49F0-851D-680ACAF21883}"/>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FB1DA2EB-9C7F-496C-A2AA-B4ACB87FC4E6}"/>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0C25D1-CEFA-400A-A719-02F22F58BCA8}"/>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418653933"/>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7779FC7-3D77-4909-87A6-5BA0D89EAFB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7B1206-9860-470E-A3F3-F8F14B28E98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B29D47-E891-4AED-9A23-3BB35693038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5C8688E-DB96-4DFA-BD07-5CC168DB702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B50CF0EF-D4BF-4C75-A6EA-4238BD348B1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9EB8AAFB-4493-48A8-BC8B-5FCB01A46333}"/>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CC6964FE-4962-4CD8-8FAD-963669DC40ED}"/>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602F415B-2E8D-4000-A1A5-D849933D6804}"/>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3A793FC0-E2C1-4F26-8448-CBB6A420F38D}"/>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42CDAA9-7143-476F-89D3-2C188FA1B9B1}"/>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5C5D9FFD-7769-4416-932D-E77C17BD9E9E}"/>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973682CA-C20C-4A96-B6F7-B60DDF305DF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1FBF72F8-2048-45E0-86FE-C9AE7EBCF6CC}"/>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B31298AE-D0A5-4989-8F32-41C2DA0052D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639E0323-810F-4321-A23D-D867E660445C}"/>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96DE35AA-9410-4945-94CC-368BBB4B5EBC}"/>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B9E596-E6B1-4284-9EE0-C88DED329001}"/>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61734F95-4B4E-4D4D-91C5-0FD958F267B6}"/>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D2308DB1-9BB9-405A-BE08-95F8B9F51FD3}"/>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66697BFD-C76A-49E8-A40E-B5E0E2DB299A}"/>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2EE0495-455C-4E57-8A16-E12F76B53281}"/>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12197561-1D58-4A94-978D-9E66A77099E9}"/>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E98B6204-553F-4AA6-A99D-54F796872846}"/>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EDCD1889-E7D9-442C-B502-087AD569C537}"/>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2DE4CC-FB5F-4622-A557-7124DD342776}"/>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D41E82F5-3720-4649-844F-D4D5821EC889}"/>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0DEFF13C-6B64-42B0-9E0A-01C23D9C5ECB}"/>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F8230A83-6546-4104-91E8-D6878F3BEDB6}"/>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743830187"/>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2026-09-16T05:57:26.1160000Z</dcterms:created>
  <dcterms:modified xsi:type="dcterms:W3CDTF">2026-09-16T05:57:26.1160000Z</dcterms:modified>
</coreProperties>
</file>