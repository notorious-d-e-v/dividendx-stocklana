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3642c03586490f" /><Relationship Type="http://schemas.openxmlformats.org/officeDocument/2006/relationships/extended-properties" Target="/docProps/app.xml" Id="R878f8da74edc4de3" /><Relationship Type="http://schemas.openxmlformats.org/officeDocument/2006/relationships/officeDocument" Target="/ppt/presentation.xml" Id="R0a083844094349ed" /></Relationships>
</file>

<file path=ppt/presentation.xml><?xml version="1.0" encoding="utf-8"?>
<p:presentation xmlns:p="http://schemas.openxmlformats.org/presentationml/2006/main">
  <p:sldMasterIdLst>
    <p:sldMasterId xmlns:r="http://schemas.openxmlformats.org/officeDocument/2006/relationships" id="2147483648" r:id="Rdfe17974ec154e65"/>
  </p:sldMasterIdLst>
  <p:notesMasterIdLst>
    <p:notesMasterId xmlns:r="http://schemas.openxmlformats.org/officeDocument/2006/relationships" r:id="Rbe7fbf182d40431a"/>
  </p:notesMasterIdLst>
  <p:sldIdLst>
    <p:sldId xmlns:r="http://schemas.openxmlformats.org/officeDocument/2006/relationships" id="256" r:id="Raa753db89b2b4e57"/>
    <p:sldId xmlns:r="http://schemas.openxmlformats.org/officeDocument/2006/relationships" id="257" r:id="Rdfdf98db40124317"/>
    <p:sldId xmlns:r="http://schemas.openxmlformats.org/officeDocument/2006/relationships" id="258" r:id="R5e52b195ecfb4a08"/>
    <p:sldId xmlns:r="http://schemas.openxmlformats.org/officeDocument/2006/relationships" id="259" r:id="Rb77d0cc5607a4e80"/>
    <p:sldId xmlns:r="http://schemas.openxmlformats.org/officeDocument/2006/relationships" id="260" r:id="Rfe80a95bb2fd454c"/>
    <p:sldId xmlns:r="http://schemas.openxmlformats.org/officeDocument/2006/relationships" id="261" r:id="R2e426757c9b846d8"/>
    <p:sldId xmlns:r="http://schemas.openxmlformats.org/officeDocument/2006/relationships" id="262" r:id="R4cab7ea7cf074396"/>
    <p:sldId xmlns:r="http://schemas.openxmlformats.org/officeDocument/2006/relationships" id="263" r:id="R45fb6c4d81a340b4"/>
    <p:sldId xmlns:r="http://schemas.openxmlformats.org/officeDocument/2006/relationships" id="264" r:id="Rd47a34a6a27140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8b8eef0ff54c78" /><Relationship Type="http://schemas.openxmlformats.org/officeDocument/2006/relationships/slideMaster" Target="/ppt/slideMasters/slideMaster1.xml" Id="Rdfe17974ec154e65" /><Relationship Type="http://schemas.openxmlformats.org/officeDocument/2006/relationships/notesMaster" Target="/ppt/notesMasters/notesMaster1.xml" Id="Rbe7fbf182d40431a" /><Relationship Type="http://schemas.openxmlformats.org/officeDocument/2006/relationships/presProps" Target="/ppt/presProps.xml" Id="R129c734bff4d494c" /><Relationship Type="http://schemas.openxmlformats.org/officeDocument/2006/relationships/tableStyles" Target="/ppt/tableStyles.xml" Id="R6dac0ef8d5974254" /><Relationship Type="http://schemas.openxmlformats.org/officeDocument/2006/relationships/slide" Target="/ppt/slides/slide1.xml" Id="Raa753db89b2b4e57" /><Relationship Type="http://schemas.openxmlformats.org/officeDocument/2006/relationships/slide" Target="/ppt/slides/slide2.xml" Id="Rdfdf98db40124317" /><Relationship Type="http://schemas.openxmlformats.org/officeDocument/2006/relationships/slide" Target="/ppt/slides/slide3.xml" Id="R5e52b195ecfb4a08" /><Relationship Type="http://schemas.openxmlformats.org/officeDocument/2006/relationships/slide" Target="/ppt/slides/slide4.xml" Id="Rb77d0cc5607a4e80" /><Relationship Type="http://schemas.openxmlformats.org/officeDocument/2006/relationships/slide" Target="/ppt/slides/slide5.xml" Id="Rfe80a95bb2fd454c" /><Relationship Type="http://schemas.openxmlformats.org/officeDocument/2006/relationships/slide" Target="/ppt/slides/slide6.xml" Id="R2e426757c9b846d8" /><Relationship Type="http://schemas.openxmlformats.org/officeDocument/2006/relationships/slide" Target="/ppt/slides/slide7.xml" Id="R4cab7ea7cf074396" /><Relationship Type="http://schemas.openxmlformats.org/officeDocument/2006/relationships/slide" Target="/ppt/slides/slide8.xml" Id="R45fb6c4d81a340b4" /><Relationship Type="http://schemas.openxmlformats.org/officeDocument/2006/relationships/slide" Target="/ppt/slides/slide9.xml" Id="Rd47a34a6a27140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2651a432e0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6e8667974442cb" /><Relationship Type="http://schemas.openxmlformats.org/officeDocument/2006/relationships/notesMaster" Target="/ppt/notesMasters/notesMaster1.xml" Id="R128f86e4f6ef49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19eb37f5a24243" /><Relationship Type="http://schemas.openxmlformats.org/officeDocument/2006/relationships/notesMaster" Target="/ppt/notesMasters/notesMaster1.xml" Id="R8a87ef1271cc41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c56a6870214113" /><Relationship Type="http://schemas.openxmlformats.org/officeDocument/2006/relationships/notesMaster" Target="/ppt/notesMasters/notesMaster1.xml" Id="Rb5ba481cda524d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ac3e4e7d284a30" /><Relationship Type="http://schemas.openxmlformats.org/officeDocument/2006/relationships/notesMaster" Target="/ppt/notesMasters/notesMaster1.xml" Id="R2d9840e3481f48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9d601f4ed4486e" /><Relationship Type="http://schemas.openxmlformats.org/officeDocument/2006/relationships/notesMaster" Target="/ppt/notesMasters/notesMaster1.xml" Id="R5a297099529641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ffa7b27fb9463b" /><Relationship Type="http://schemas.openxmlformats.org/officeDocument/2006/relationships/notesMaster" Target="/ppt/notesMasters/notesMaster1.xml" Id="R1a837d7abc7143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31ae4f39534f14" /><Relationship Type="http://schemas.openxmlformats.org/officeDocument/2006/relationships/notesMaster" Target="/ppt/notesMasters/notesMaster1.xml" Id="Redab9d8b2b4d47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6aa09974c415d" /><Relationship Type="http://schemas.openxmlformats.org/officeDocument/2006/relationships/notesMaster" Target="/ppt/notesMasters/notesMaster1.xml" Id="Rac5de2f2213d46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1c8fe8040641b6" /><Relationship Type="http://schemas.openxmlformats.org/officeDocument/2006/relationships/notesMaster" Target="/ppt/notesMasters/notesMaster1.xml" Id="R38bd9d730be346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DividendX brings that choice to tokenized-stock holders: keep the stock exposure and sell the dividend rights.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DividendX connects those two ideas.</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dbfb5e5a3745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035a56e1bd4c5c" /><Relationship Type="http://schemas.openxmlformats.org/officeDocument/2006/relationships/slideLayout" Target="/ppt/slideLayouts/slideLayout1.xml" Id="R5f1e7c86bd7f49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1e7c86bd7f49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7725659ddd4a73" /><Relationship Type="http://schemas.openxmlformats.org/officeDocument/2006/relationships/notesSlide" Target="/ppt/notesSlides/notesSlide1.xml" Id="R08bb96e5d33c4c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f2aaa02cfb4259" /><Relationship Type="http://schemas.openxmlformats.org/officeDocument/2006/relationships/notesSlide" Target="/ppt/notesSlides/notesSlide2.xml" Id="R799cf64c5e774e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a2811b406649d1" /><Relationship Type="http://schemas.openxmlformats.org/officeDocument/2006/relationships/notesSlide" Target="/ppt/notesSlides/notesSlide3.xml" Id="Rd3d8961df48941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ae59d47e094763" /><Relationship Type="http://schemas.openxmlformats.org/officeDocument/2006/relationships/notesSlide" Target="/ppt/notesSlides/notesSlide4.xml" Id="Rd85bedf07d8d4a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4f7a8bcf70418d" /><Relationship Type="http://schemas.openxmlformats.org/officeDocument/2006/relationships/notesSlide" Target="/ppt/notesSlides/notesSlide5.xml" Id="R80dbc60f61f540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5aca860ec34b90" /><Relationship Type="http://schemas.openxmlformats.org/officeDocument/2006/relationships/notesSlide" Target="/ppt/notesSlides/notesSlide6.xml" Id="R37ece141022649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1cbf1b92a04ba1" /><Relationship Type="http://schemas.openxmlformats.org/officeDocument/2006/relationships/notesSlide" Target="/ppt/notesSlides/notesSlide7.xml" Id="Rdbd34c03ff054c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3123a7aa9f4977" /><Relationship Type="http://schemas.openxmlformats.org/officeDocument/2006/relationships/image" Target="/ppt/media/image.png" Id="Re8217bcf0c6a4ede" /><Relationship Type="http://schemas.openxmlformats.org/officeDocument/2006/relationships/notesSlide" Target="/ppt/notesSlides/notesSlide8.xml" Id="Rbef7e11e60e34a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35cea869a54373" /><Relationship Type="http://schemas.openxmlformats.org/officeDocument/2006/relationships/notesSlide" Target="/ppt/notesSlides/notesSlide9.xml" Id="R1fb12e11059b4fa2"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8312E2-21C1-4972-8360-07B6BCA9716F}"/>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4E7BCC-FD2C-4FAE-BEDF-82E01128E784}"/>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765F10-9BF0-420A-A339-D8118CFBB39B}"/>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7BC3D0C-DAC9-4C20-AED3-6158393374E5}"/>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D8FB1685-044E-4F23-8C49-420F6DC325E1}"/>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3B43DA30-F99B-482D-8E42-EB1E5C4A9FE0}"/>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7E6168A1-669D-43C7-99F8-06EEC1616CCF}"/>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CAC4B4-0600-422B-8E66-F4E860D701AB}"/>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630942814"/>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0077648-94BA-403B-BA1E-0C696645A76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3884C8-5FCB-4383-ABEE-495ACBBC350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EBE157-2D41-4C49-AC32-1C6FC04491C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095281F9-1074-487A-9D97-D3AC452C3BA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52AF488F-4951-4C41-8E0C-C453E92A0F4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22859D5-AEBD-4DD4-84D6-9F62F5A0CC71}"/>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EA6CAAA-6716-498A-886C-F40FEA7152F8}"/>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ED2EBA4E-A269-48C9-A500-0EA65934AFBC}"/>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95A523F9-0AF6-4950-8DE5-2098B5ACC16D}"/>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B74A725F-6246-44D7-A22C-CC2D71C05AC4}"/>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8778234B-28BB-4DDF-936F-4BE7CAAE9805}"/>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44E656D7-98D7-461C-BA86-0EC0B4A7962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CCEFB066-BE1B-41DD-A124-96DEA16E661D}"/>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DE65209-1870-4C08-9EA6-001F95B50D78}"/>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E715B70E-9B57-4A32-9539-78A7C73B345B}"/>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AF2247C2-8A0E-4643-835A-17E0D9EE8444}"/>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4FDC2B32-A83D-407C-9F10-3380BEC381E7}"/>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A4510254-14CF-4953-88D3-7A52ECE0904F}"/>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7B70B2C-C778-47EA-88A4-5D4FDAEE5A63}"/>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15A054FE-1917-4F4D-AFEB-5EB2A45E8293}"/>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9AE1F2B0-0641-4B30-BF3D-959E6131504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56A2C4A3-9459-46ED-A025-3D6470E47D33}"/>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959D2737-AF95-406F-B8E9-93A737F0F63E}"/>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EC4F08-0A78-41F0-8D64-2B6A3E6BDBE3}"/>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28C0E133-06CC-4B3D-A22B-CDD0C1B2058C}"/>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049296515"/>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53862B-65E7-468E-8C68-1F3FD253A2F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D9B617-B7EF-46AB-808D-96467FC4DEF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665CC0-B11B-44A1-B73C-F02DCEFA2F0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8D86462-6260-4FD6-BD56-45E4C8FDD7D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25772371-B7B5-4264-89D8-C118D0273CD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57CB43BC-31F8-4424-A693-13ECE41137CE}"/>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D09C5A28-48F1-4314-BD71-8471C98B9A1E}"/>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AB7A9E67-5352-4EA5-A380-8A0378DD8A05}"/>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C79EC6BB-93CE-4EE2-831F-84D5997D3D1C}"/>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149F9A2A-EF4F-4F8E-934F-04DE9B776D43}"/>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D35A7ADC-6C19-4336-ACA4-53AE186072FE}"/>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33A479F7-E428-4F09-A737-C7570F958BD9}"/>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AC08A7B0-6947-417D-AB83-DEEC28E235E1}"/>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6197E177-A159-4813-BD55-4310B35834D5}"/>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CB78A616-CC18-4C7C-94D0-696E396194FA}"/>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B9D87287-4A5C-4471-91BE-E69B9892715F}"/>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BBD94A50-D317-460A-AE57-7501020F4A3B}"/>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25D676BC-A03B-486C-A89D-6EA989F166FA}"/>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C733630B-DC24-4E27-A942-0C227B8E860F}"/>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9C5BE180-242C-423F-9181-A1FA7E015B21}"/>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B2F4B129-65ED-4246-BB7A-85860C7346FA}"/>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59067940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400EDA-29A7-48A8-B848-AB0EB16EFAD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904DA-FF2F-4B58-B456-C6069AE0DB1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235702-C592-4567-A454-BFEE4CFADC9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FB795FCF-3F87-4D0D-990B-ABF1ABF4CC4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99D5A893-66A9-46CC-825F-99CA4E0D2B7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78B58977-C0F4-4D0E-9E40-878E947CBB15}"/>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15BAC114-3FDA-4B96-B308-99D1FB55731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983A4B66-8C98-4709-B789-23063CBE679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D11DB50A-D712-46B2-AE86-10A6ECFF6698}"/>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4FF2DD-BAA7-4DF1-A571-62DB48BC92BB}"/>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6563A3D-911B-410B-A376-C65A8530D790}"/>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DB56F74E-55D3-4327-B0B7-7B125A800314}"/>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9A4667BA-729A-45EA-AC92-DB800C576E0B}"/>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6C807C4F-E334-4833-9708-5CE6CB2A43E9}"/>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4511811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6BA8942-1EE0-4EED-8B0B-DAFDD3FDD2B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8A4416-3EF8-4AF9-B827-0B9DAEFE918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29A195-219F-408C-BAD5-43EDEEBD3C2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B7DF6BE-9EF0-4A92-ACD5-9BBFAD5D911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3BC02D38-A7A7-4455-A4E5-9F31D248BFA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49373211-A656-4C79-814A-19D2130274C6}"/>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BE0B6A70-401B-489B-9B58-7C62FA276979}"/>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FCF144BB-8947-4DEB-8791-C2D17A86AC5B}"/>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B0121A1C-4AFD-493F-A670-63DBA4E92BBC}"/>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25D5B0-026A-4450-8483-7149431A0D9C}"/>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B8612404-0981-4A3B-9485-5E0CB7ECCCF1}"/>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80256620-3144-4176-AEF3-B8D2D3003033}"/>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5AB003FA-951F-4C0D-9111-04892F6B8601}"/>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73E58F-347B-45C0-B4E6-45E6E9790285}"/>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328FC7A6-33B9-4571-85A5-A2D7863F8A4D}"/>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19DEB04F-8E86-4C4C-A523-24A5C4467EF8}"/>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3D988071-E200-498F-B89C-73830B8EA810}"/>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210938359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420347D-CD28-4CC9-8EBD-7147F6BB636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0B14C6-183B-4200-9BC5-0ECE09E67CB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1B0D5E-936E-43F9-9D1C-F32F6A3860C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3371A4F6-7DD9-45F8-B106-AFFC2CD9024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39CD4806-D6A0-41ED-86EF-C848E5FFBAA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C4E46E52-66D2-4060-893F-FCA96F23976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F76778F-BCD1-4170-A9E8-56069F40F19A}"/>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4CB941E9-AD17-4F1A-958D-2EDF8E5D692F}"/>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0E4CB232-46E4-454A-A5EC-DDFD9B97E1DF}"/>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760370D-E580-450F-AC0C-18318478354C}"/>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66755CEC-E367-416B-93BF-8253E5D8FEEA}"/>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8516F155-30C3-45DD-B56D-B37AC1E4DAAE}"/>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DDA3A65C-2B76-487D-A3BF-F90AF42C2235}"/>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753A8E-52AC-4242-A961-13F01EBDA89D}"/>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4CE71E28-4F3A-49F1-B966-D702556600C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C1D772D-7AB3-4D1D-9E98-2B87A669E002}"/>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D58744CC-AD65-42AA-AC4D-BC563097BAC8}"/>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7AE69F-7618-4A1C-9CC8-48D6E75C8363}"/>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2005527300"/>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D50043F-12C6-46BD-88F9-C38AF221BB0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D57394-187A-49DB-A2B1-536D191E3FB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0D96F4-03D7-46EC-B368-1C39939CF63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182A13C-6919-455F-B17A-1DB38D88D3E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28B72065-D0B8-42EE-826C-153A91FB6C7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89DA4B4-E135-44E4-A592-279294B1D7B6}"/>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EDCE9CA1-F3EC-4810-8918-688981C74481}"/>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99F81F4F-5CE4-42E3-83A8-848EBF7BD6A1}"/>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98911A13-8F32-466E-89FE-71F8C78BDC0D}"/>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882E1183-13F6-4A9C-A2A4-4617CB9425B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1F100E4D-82BB-4102-8B08-F838F2D0DDF9}"/>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40415A36-B921-4541-8112-03506EF2BA5F}"/>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473CD062-47C2-4B31-BC7E-65E427747D65}"/>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0CD86A0F-BC3C-408D-BC58-4F7223238919}"/>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94E03C-F2B5-4BD6-AAEF-2D8029DE2C00}"/>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283CA5D4-B73F-437F-AC80-80002D7DBD1D}"/>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8D9EB66B-C7FA-4542-A587-8AD06813218F}"/>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49C26B55-C8E7-4EC8-BD79-7F9D5F895BEB}"/>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DF537019-BB16-405E-B25B-FFEAE9C8BE08}"/>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A221E33-0235-41F2-B214-C879CE1649FB}"/>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33096FE7-7F28-458B-B6B8-4E7319E520F9}"/>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889A39F2-AEBD-4C50-8F02-28B4E4CE67FB}"/>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32A09EC-13A9-43F6-B210-9077A1AF297B}"/>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F1D3ADE8-AC27-4A9E-9008-0F4E97C23545}"/>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D29EC71D-AFF1-486E-BD4E-905715E93782}"/>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ABAA682-F9E7-4C55-97C6-21AD9C784362}"/>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554551468"/>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320FF7-BE6D-45BF-91BE-25FB686FCB7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B7D03B-C648-4646-86E9-B06C503D569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B8722C-BCB3-4E38-B090-2CEA7E0135B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C07D9E25-EFAC-45A1-9196-AC4FBD7E066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13623899-3465-4FBF-8BEA-A7831B3DC8B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8217bcf0c6a4ede"/>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70F4F254-B970-4306-9EF2-8E81600BA6B8}"/>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49AC9377-6A8D-46C9-ADF4-E514A5BA92CF}"/>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3310B216-CF79-4522-9DD8-D19D81654428}"/>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3EE03F61-895D-4276-B317-1BE3DD39A901}"/>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E21017D3-07B8-4A68-A638-D57FD41C0B4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CC715BEE-7865-45BD-BFDA-4AF83968F22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4F6ED87B-2CC1-4836-B4E4-A662BBA3F8D7}"/>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FA7C2156-CC76-43A1-ACC0-2B1966E46AD4}"/>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D37AD570-23A6-4C17-9307-DBE355F44EB9}"/>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5CE4450-9478-49DD-B63E-CBCE655AAA56}"/>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6832CF5C-0954-4E56-BC94-1D6C63AF54DA}"/>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743D81-4D26-4BEE-B365-6F7F7F120DD0}"/>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729934592"/>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B7F8D73-4315-4DDF-88FA-F0C1719C187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5A2698-53F0-4943-A919-58541341FCB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D67F02-ACDD-40F6-81A9-22310FBC6CC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38AF11A9-8928-4B08-97D0-DD99F1E7448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4054B063-0D8A-4433-915F-3C3CAB6FE4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2B153CFC-A002-4CA5-9149-0D95221C6C99}"/>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AB1DA4D5-D8DB-4DA6-92AB-EB36BCF17AC9}"/>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76DCFDA-A38E-4559-9162-E8E6DA1AC5DB}"/>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CEACDA7-7F4F-4E66-9AE5-84D13EBF3F31}"/>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882E5F7-0B11-4DF0-8DED-7C5B32E5E0C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679D3851-6144-47D1-B359-2108516B23A5}"/>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0FA7D939-8AC1-434E-92EE-0BFECE1EC251}"/>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F633C152-ECA9-469C-9A61-90025C3CC42F}"/>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7ACEBD3C-0023-4B6A-BB6D-61DA4647E87B}"/>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294CB04-6FB8-45EA-ACB5-F89476AA570C}"/>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D2ED6D0-B726-489B-B49E-3EBE9A27E95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0FA931-828F-499B-A6D9-86FB6A3AD205}"/>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0C37D814-FFE8-4EEC-A2B5-7F87C9785B7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506013A5-18F6-4090-BFBA-9EA2EC8F3E5F}"/>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3DC5F5A4-8251-4540-8F12-BEA5369A54CB}"/>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FDE941-88D2-4FDD-AD7B-58E0830D9B86}"/>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CB0D5DE4-C73F-4BA0-B380-697A99D8B23B}"/>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8179C957-D8E6-409A-A33D-E4B91078211F}"/>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EE424909-0147-41F9-8464-FF3C926D98D8}"/>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2D0151-1256-4B45-BD1C-FEAEDD66F6D8}"/>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CDC1C49C-05D0-4944-8083-CDE9678054B8}"/>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28C1101A-DA09-4076-979C-CCCA107F84DA}"/>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D2CD8648-AF85-460B-984C-F9EF2F592DFD}"/>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63842801"/>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2026-09-16T05:59:12.2520000Z</dcterms:created>
  <dcterms:modified xsi:type="dcterms:W3CDTF">2026-09-16T05:59:12.2520000Z</dcterms:modified>
</coreProperties>
</file>