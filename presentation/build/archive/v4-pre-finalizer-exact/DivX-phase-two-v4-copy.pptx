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3642c03586490f" /><Relationship Type="http://schemas.openxmlformats.org/officeDocument/2006/relationships/extended-properties" Target="/docProps/app.xml" Id="R878f8da74edc4de3" /><Relationship Type="http://schemas.openxmlformats.org/officeDocument/2006/relationships/officeDocument" Target="/ppt/presentation.xml" Id="R0a083844094349ed" /></Relationships>
</file>

<file path=ppt/presentation.xml><?xml version="1.0" encoding="utf-8"?>
<p:presentation xmlns:p="http://schemas.openxmlformats.org/presentationml/2006/main">
  <p:sldMasterIdLst>
    <p:sldMasterId xmlns:r="http://schemas.openxmlformats.org/officeDocument/2006/relationships" id="2147483648" r:id="Rdfe17974ec154e65"/>
  </p:sldMasterIdLst>
  <p:notesMasterIdLst>
    <p:notesMasterId xmlns:r="http://schemas.openxmlformats.org/officeDocument/2006/relationships" r:id="Rbe7fbf182d40431a"/>
  </p:notesMasterIdLst>
  <p:sldIdLst>
    <p:sldId xmlns:r="http://schemas.openxmlformats.org/officeDocument/2006/relationships" id="256" r:id="Raa753db89b2b4e57"/>
    <p:sldId xmlns:r="http://schemas.openxmlformats.org/officeDocument/2006/relationships" id="257" r:id="Rdfdf98db40124317"/>
    <p:sldId xmlns:r="http://schemas.openxmlformats.org/officeDocument/2006/relationships" id="258" r:id="R5e52b195ecfb4a08"/>
    <p:sldId xmlns:r="http://schemas.openxmlformats.org/officeDocument/2006/relationships" id="259" r:id="Rb77d0cc5607a4e80"/>
    <p:sldId xmlns:r="http://schemas.openxmlformats.org/officeDocument/2006/relationships" id="260" r:id="Rfe80a95bb2fd454c"/>
    <p:sldId xmlns:r="http://schemas.openxmlformats.org/officeDocument/2006/relationships" id="261" r:id="R2e426757c9b846d8"/>
    <p:sldId xmlns:r="http://schemas.openxmlformats.org/officeDocument/2006/relationships" id="262" r:id="R4cab7ea7cf074396"/>
    <p:sldId xmlns:r="http://schemas.openxmlformats.org/officeDocument/2006/relationships" id="263" r:id="R45fb6c4d81a340b4"/>
    <p:sldId xmlns:r="http://schemas.openxmlformats.org/officeDocument/2006/relationships" id="264" r:id="Rd47a34a6a27140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8b8eef0ff54c78" /><Relationship Type="http://schemas.openxmlformats.org/officeDocument/2006/relationships/slideMaster" Target="/ppt/slideMasters/slideMaster1.xml" Id="Rdfe17974ec154e65" /><Relationship Type="http://schemas.openxmlformats.org/officeDocument/2006/relationships/notesMaster" Target="/ppt/notesMasters/notesMaster1.xml" Id="Rbe7fbf182d40431a" /><Relationship Type="http://schemas.openxmlformats.org/officeDocument/2006/relationships/presProps" Target="/ppt/presProps.xml" Id="R129c734bff4d494c" /><Relationship Type="http://schemas.openxmlformats.org/officeDocument/2006/relationships/tableStyles" Target="/ppt/tableStyles.xml" Id="R6dac0ef8d5974254" /><Relationship Type="http://schemas.openxmlformats.org/officeDocument/2006/relationships/slide" Target="/ppt/slides/slide1.xml" Id="Raa753db89b2b4e57" /><Relationship Type="http://schemas.openxmlformats.org/officeDocument/2006/relationships/slide" Target="/ppt/slides/slide2.xml" Id="Rdfdf98db40124317" /><Relationship Type="http://schemas.openxmlformats.org/officeDocument/2006/relationships/slide" Target="/ppt/slides/slide3.xml" Id="R5e52b195ecfb4a08" /><Relationship Type="http://schemas.openxmlformats.org/officeDocument/2006/relationships/slide" Target="/ppt/slides/slide4.xml" Id="Rb77d0cc5607a4e80" /><Relationship Type="http://schemas.openxmlformats.org/officeDocument/2006/relationships/slide" Target="/ppt/slides/slide5.xml" Id="Rfe80a95bb2fd454c" /><Relationship Type="http://schemas.openxmlformats.org/officeDocument/2006/relationships/slide" Target="/ppt/slides/slide6.xml" Id="R2e426757c9b846d8" /><Relationship Type="http://schemas.openxmlformats.org/officeDocument/2006/relationships/slide" Target="/ppt/slides/slide7.xml" Id="R4cab7ea7cf074396" /><Relationship Type="http://schemas.openxmlformats.org/officeDocument/2006/relationships/slide" Target="/ppt/slides/slide8.xml" Id="R45fb6c4d81a340b4" /><Relationship Type="http://schemas.openxmlformats.org/officeDocument/2006/relationships/slide" Target="/ppt/slides/slide9.xml" Id="Rd47a34a6a27140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2651a432e0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6e8667974442cb" /><Relationship Type="http://schemas.openxmlformats.org/officeDocument/2006/relationships/notesMaster" Target="/ppt/notesMasters/notesMaster1.xml" Id="R128f86e4f6ef49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19eb37f5a24243" /><Relationship Type="http://schemas.openxmlformats.org/officeDocument/2006/relationships/notesMaster" Target="/ppt/notesMasters/notesMaster1.xml" Id="R8a87ef1271cc41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c56a6870214113" /><Relationship Type="http://schemas.openxmlformats.org/officeDocument/2006/relationships/notesMaster" Target="/ppt/notesMasters/notesMaster1.xml" Id="Rb5ba481cda524d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ac3e4e7d284a30" /><Relationship Type="http://schemas.openxmlformats.org/officeDocument/2006/relationships/notesMaster" Target="/ppt/notesMasters/notesMaster1.xml" Id="R2d9840e3481f48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9d601f4ed4486e" /><Relationship Type="http://schemas.openxmlformats.org/officeDocument/2006/relationships/notesMaster" Target="/ppt/notesMasters/notesMaster1.xml" Id="R5a297099529641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ffa7b27fb9463b" /><Relationship Type="http://schemas.openxmlformats.org/officeDocument/2006/relationships/notesMaster" Target="/ppt/notesMasters/notesMaster1.xml" Id="R1a837d7abc7143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31ae4f39534f14" /><Relationship Type="http://schemas.openxmlformats.org/officeDocument/2006/relationships/notesMaster" Target="/ppt/notesMasters/notesMaster1.xml" Id="Redab9d8b2b4d47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d6aa09974c415d" /><Relationship Type="http://schemas.openxmlformats.org/officeDocument/2006/relationships/notesMaster" Target="/ppt/notesMasters/notesMaster1.xml" Id="Rac5de2f2213d46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1c8fe8040641b6" /><Relationship Type="http://schemas.openxmlformats.org/officeDocument/2006/relationships/notesMaster" Target="/ppt/notesMasters/notesMaster1.xml" Id="R38bd9d730be346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shared dividend market for tokenized stocks on Solana, with xStocks, Backpack and Ondo in the initial integration scope.</a:t>
            </a:r>
          </a:p>
          <a:p xmlns:a="http://schemas.openxmlformats.org/drawingml/2006/main">
            <a:r>
              <a:t>Presenter notes: The protocol is not launched. Current software is an approved interface and working historical calculator. Initial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market is dividend-paying stock tokens on Solana, across issuers.</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assets from different issuers use the same vault design. Each issuer's dividend data feeds common allocation rules. One transaction deposits collateral and creates both claims. We enable each stock after verifying its dividend data and transfer requirements, while keeping each issuer's collateral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shares, tokens without dividend rights, transfer-fee products and missing event data are not automatically enabled. xStocks has public event history. Backpack's MU history includes an observed DividendDistribute transaction and later multiplier recomputations during ordinary mint/redeem activity; its official event feed and finality semantics remain unverified, and onchain reconstruction is being assessed. Today's multiplier must not be used as an event factor. Ondo's keyed multiplier history still needs classified event joins.</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Local Backpack audit: planning/evidence/backpack-scope-mu-raw-transactions-2026-09-16.json | Ondo corporate actions: https://docs.ondo.finance/ondo-stocks/corporate-actions | Ondo multiplier history API: https://docs.ondo.finance/api-reference/assets/get-shares-multiplier-history-for-an-asset | Ondo Solana repository: https://github.com/ondoprotocol/global-markets-solana | Galaxy registered shares: https://investor.galaxy.com/ir-resources/tokenized-glxy-shares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build for xStocks, Backpack and Ondo now. Other networks come later, including Coinbase on Base and Robinhood Chain, with Solana as our home base for dividend liquidity.</a:t>
            </a:r>
          </a:p>
          <a:p xmlns:a="http://schemas.openxmlformats.org/drawingml/2006/main">
            <a:r>
              <a:t>Presenter notes: This is build scope and roadmap, not a claim of completed integration or partnership. Current observation covers real issuer/mint profiles; only KOx has the complete source-verified replay. Each additional asset requires dividend rights, usable event data, custody compatibility and transfer tests. Restricted, no-dividend, discontinued or fee-bearing products may remain ineligible. Coinbase collateral is on Base. The roadmap refers to Robinhood's new wallet-held Stock Tokens on Robinhood Chain, not legacy Classic tokens. Cross-chain custody, settlement and messaging remain future design work.</a:t>
            </a:r>
          </a:p>
          <a:p xmlns:a="http://schemas.openxmlformats.org/drawingml/2006/main">
            <a:r>
              <a:t>Sources (accessed/observed 16 September 2026 unless stated): xStocks: https://xstocks.fi/ | xStocks docs: https://docs.xstocks.fi/docs | Backpack MU: https://learn.backpack.exchange/blog/tokenized-micron-mu | Ondo corporate actions: https://docs.ondo.finance/ondo-stocks/corporate-actions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dbfb5e5a3745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035a56e1bd4c5c" /><Relationship Type="http://schemas.openxmlformats.org/officeDocument/2006/relationships/slideLayout" Target="/ppt/slideLayouts/slideLayout1.xml" Id="R5f1e7c86bd7f49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1e7c86bd7f49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7725659ddd4a73" /><Relationship Type="http://schemas.openxmlformats.org/officeDocument/2006/relationships/notesSlide" Target="/ppt/notesSlides/notesSlide1.xml" Id="R08bb96e5d33c4c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f2aaa02cfb4259" /><Relationship Type="http://schemas.openxmlformats.org/officeDocument/2006/relationships/notesSlide" Target="/ppt/notesSlides/notesSlide2.xml" Id="R799cf64c5e774e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a2811b406649d1" /><Relationship Type="http://schemas.openxmlformats.org/officeDocument/2006/relationships/notesSlide" Target="/ppt/notesSlides/notesSlide3.xml" Id="Rd3d8961df48941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ae59d47e094763" /><Relationship Type="http://schemas.openxmlformats.org/officeDocument/2006/relationships/notesSlide" Target="/ppt/notesSlides/notesSlide4.xml" Id="Rd85bedf07d8d4a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4f7a8bcf70418d" /><Relationship Type="http://schemas.openxmlformats.org/officeDocument/2006/relationships/notesSlide" Target="/ppt/notesSlides/notesSlide5.xml" Id="R80dbc60f61f540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5aca860ec34b90" /><Relationship Type="http://schemas.openxmlformats.org/officeDocument/2006/relationships/notesSlide" Target="/ppt/notesSlides/notesSlide6.xml" Id="R37ece141022649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1cbf1b92a04ba1" /><Relationship Type="http://schemas.openxmlformats.org/officeDocument/2006/relationships/notesSlide" Target="/ppt/notesSlides/notesSlide7.xml" Id="Rdbd34c03ff054c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3123a7aa9f4977" /><Relationship Type="http://schemas.openxmlformats.org/officeDocument/2006/relationships/image" Target="/ppt/media/image.png" Id="Re8217bcf0c6a4ede" /><Relationship Type="http://schemas.openxmlformats.org/officeDocument/2006/relationships/notesSlide" Target="/ppt/notesSlides/notesSlide8.xml" Id="Rbef7e11e60e34a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35cea869a54373" /><Relationship Type="http://schemas.openxmlformats.org/officeDocument/2006/relationships/notesSlide" Target="/ppt/notesSlides/notesSlide9.xml" Id="R1fb12e11059b4fa2"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8312E2-21C1-4972-8360-07B6BCA9716F}"/>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4E7BCC-FD2C-4FAE-BEDF-82E01128E784}"/>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765F10-9BF0-420A-A339-D8118CFBB39B}"/>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7BC3D0C-DAC9-4C20-AED3-6158393374E5}"/>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8FB1685-044E-4F23-8C49-420F6DC325E1}"/>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3B43DA30-F99B-482D-8E42-EB1E5C4A9FE0}"/>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7E6168A1-669D-43C7-99F8-06EEC1616CCF}"/>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5CAC4B4-0600-422B-8E66-F4E860D701AB}"/>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630942814"/>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0077648-94BA-403B-BA1E-0C696645A7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3884C8-5FCB-4383-ABEE-495ACBBC350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EBE157-2D41-4C49-AC32-1C6FC04491C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95281F9-1074-487A-9D97-D3AC452C3BA5}"/>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52AF488F-4951-4C41-8E0C-C453E92A0F4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22859D5-AEBD-4DD4-84D6-9F62F5A0CC71}"/>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EA6CAAA-6716-498A-886C-F40FEA7152F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ED2EBA4E-A269-48C9-A500-0EA65934AFBC}"/>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95A523F9-0AF6-4950-8DE5-2098B5ACC16D}"/>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B74A725F-6246-44D7-A22C-CC2D71C05AC4}"/>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8778234B-28BB-4DDF-936F-4BE7CAAE9805}"/>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44E656D7-98D7-461C-BA86-0EC0B4A7962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CCEFB066-BE1B-41DD-A124-96DEA16E661D}"/>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DE65209-1870-4C08-9EA6-001F95B50D78}"/>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E715B70E-9B57-4A32-9539-78A7C73B345B}"/>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AF2247C2-8A0E-4643-835A-17E0D9EE8444}"/>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4FDC2B32-A83D-407C-9F10-3380BEC381E7}"/>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A4510254-14CF-4953-88D3-7A52ECE0904F}"/>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B70B2C-C778-47EA-88A4-5D4FDAEE5A63}"/>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15A054FE-1917-4F4D-AFEB-5EB2A45E8293}"/>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9AE1F2B0-0641-4B30-BF3D-959E6131504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6A2C4A3-9459-46ED-A025-3D6470E47D33}"/>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959D2737-AF95-406F-B8E9-93A737F0F63E}"/>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8EC4F08-0A78-41F0-8D64-2B6A3E6BDBE3}"/>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28C0E133-06CC-4B3D-A22B-CDD0C1B2058C}"/>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049296515"/>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53862B-65E7-468E-8C68-1F3FD253A2F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2D9B617-B7EF-46AB-808D-96467FC4DEF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665CC0-B11B-44A1-B73C-F02DCEFA2F0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8D86462-6260-4FD6-BD56-45E4C8FDD7D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25772371-B7B5-4264-89D8-C118D0273CD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57CB43BC-31F8-4424-A693-13ECE41137CE}"/>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D09C5A28-48F1-4314-BD71-8471C98B9A1E}"/>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AB7A9E67-5352-4EA5-A380-8A0378DD8A0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C79EC6BB-93CE-4EE2-831F-84D5997D3D1C}"/>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149F9A2A-EF4F-4F8E-934F-04DE9B776D43}"/>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D35A7ADC-6C19-4336-ACA4-53AE186072FE}"/>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33A479F7-E428-4F09-A737-C7570F958BD9}"/>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AC08A7B0-6947-417D-AB83-DEEC28E235E1}"/>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6197E177-A159-4813-BD55-4310B35834D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CB78A616-CC18-4C7C-94D0-696E396194FA}"/>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B9D87287-4A5C-4471-91BE-E69B9892715F}"/>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BBD94A50-D317-460A-AE57-7501020F4A3B}"/>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25D676BC-A03B-486C-A89D-6EA989F166FA}"/>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C733630B-DC24-4E27-A942-0C227B8E860F}"/>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9C5BE180-242C-423F-9181-A1FA7E015B21}"/>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2F4B129-65ED-4246-BB7A-85860C7346FA}"/>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590679408"/>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D400EDA-29A7-48A8-B848-AB0EB16EFAD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2904DA-FF2F-4B58-B456-C6069AE0DB1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235702-C592-4567-A454-BFEE4CFADC9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B795FCF-3F87-4D0D-990B-ABF1ABF4CC4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99D5A893-66A9-46CC-825F-99CA4E0D2B7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8B58977-C0F4-4D0E-9E40-878E947CBB15}"/>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15BAC114-3FDA-4B96-B308-99D1FB55731A}"/>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983A4B66-8C98-4709-B789-23063CBE679A}"/>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D11DB50A-D712-46B2-AE86-10A6ECFF6698}"/>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4FF2DD-BAA7-4DF1-A571-62DB48BC92B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06563A3D-911B-410B-A376-C65A8530D790}"/>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DB56F74E-55D3-4327-B0B7-7B125A800314}"/>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9A4667BA-729A-45EA-AC92-DB800C576E0B}"/>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6C807C4F-E334-4833-9708-5CE6CB2A43E9}"/>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4511811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6BA8942-1EE0-4EED-8B0B-DAFDD3FDD2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8A4416-3EF8-4AF9-B827-0B9DAEFE918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29A195-219F-408C-BAD5-43EDEEBD3C2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B7DF6BE-9EF0-4A92-ACD5-9BBFAD5D911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BC02D38-A7A7-4455-A4E5-9F31D248BFA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49373211-A656-4C79-814A-19D2130274C6}"/>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BE0B6A70-401B-489B-9B58-7C62FA276979}"/>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CF144BB-8947-4DEB-8791-C2D17A86AC5B}"/>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B0121A1C-4AFD-493F-A670-63DBA4E92BBC}"/>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25D5B0-026A-4450-8483-7149431A0D9C}"/>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B8612404-0981-4A3B-9485-5E0CB7ECCCF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80256620-3144-4176-AEF3-B8D2D3003033}"/>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5AB003FA-951F-4C0D-9111-04892F6B8601}"/>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73E58F-347B-45C0-B4E6-45E6E9790285}"/>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328FC7A6-33B9-4571-85A5-A2D7863F8A4D}"/>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stock tokens on Solana</a:t>
            </a:r>
          </a:p>
        </p:txBody>
      </p:sp>
      <p:sp>
        <p:nvSpPr>
          <p:cNvPr id="16" name="">
            <a:extLst xmlns:a="http://schemas.openxmlformats.org/drawingml/2006/main">
              <a:ext uri="{FF2B5EF4-FFF2-40B4-BE49-F238E27FC236}">
                <a16:creationId xmlns:a16="http://schemas.microsoft.com/office/drawing/2014/main" id="{19DEB04F-8E86-4C4C-A523-24A5C4467EF8}"/>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3D988071-E200-498F-B89C-73830B8EA810}"/>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210938359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420347D-CD28-4CC9-8EBD-7147F6BB636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0B14C6-183B-4200-9BC5-0ECE09E67CB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1B0D5E-936E-43F9-9D1C-F32F6A3860C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371A4F6-7DD9-45F8-B106-AFFC2CD9024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39CD4806-D6A0-41ED-86EF-C848E5FFBAA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C4E46E52-66D2-4060-893F-FCA96F239764}"/>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F76778F-BCD1-4170-A9E8-56069F40F19A}"/>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4CB941E9-AD17-4F1A-958D-2EDF8E5D692F}"/>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E4CB232-46E4-454A-A5EC-DDFD9B97E1DF}"/>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760370D-E580-450F-AC0C-18318478354C}"/>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6755CEC-E367-416B-93BF-8253E5D8FEEA}"/>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8516F155-30C3-45DD-B56D-B37AC1E4DAAE}"/>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DA3A65C-2B76-487D-A3BF-F90AF42C223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753A8E-52AC-4242-A961-13F01EBDA89D}"/>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4CE71E28-4F3A-49F1-B966-D702556600C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C1D772D-7AB3-4D1D-9E98-2B87A669E00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D58744CC-AD65-42AA-AC4D-BC563097BAC8}"/>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AE69F-7618-4A1C-9CC8-48D6E75C8363}"/>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Each stock needs verified dividend data and transfer compatibility.</a:t>
            </a:r>
          </a:p>
        </p:txBody>
      </p:sp>
    </p:spTree>
    <p:extLst>
      <p:ext uri="{BB962C8B-B14F-4D97-AF65-F5344CB8AC3E}">
        <p14:creationId xmlns:p14="http://schemas.microsoft.com/office/powerpoint/2010/main" val="2005527300"/>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D50043F-12C6-46BD-88F9-C38AF221BB01}"/>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D57394-187A-49DB-A2B1-536D191E3FBE}"/>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0D96F4-03D7-46EC-B368-1C39939CF63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182A13C-6919-455F-B17A-1DB38D88D3E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28B72065-D0B8-42EE-826C-153A91FB6C7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389DA4B4-E135-44E4-A592-279294B1D7B6}"/>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EDCE9CA1-F3EC-4810-8918-688981C74481}"/>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9F81F4F-5CE4-42E3-83A8-848EBF7BD6A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98911A13-8F32-466E-89FE-71F8C78BDC0D}"/>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882E1183-13F6-4A9C-A2A4-4617CB9425B1}"/>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1F100E4D-82BB-4102-8B08-F838F2D0DDF9}"/>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40415A36-B921-4541-8112-03506EF2BA5F}"/>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473CD062-47C2-4B31-BC7E-65E427747D65}"/>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0CD86A0F-BC3C-408D-BC58-4F7223238919}"/>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394E03C-F2B5-4BD6-AAEF-2D8029DE2C00}"/>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283CA5D4-B73F-437F-AC80-80002D7DBD1D}"/>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8D9EB66B-C7FA-4542-A587-8AD06813218F}"/>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49C26B55-C8E7-4EC8-BD79-7F9D5F895BEB}"/>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DF537019-BB16-405E-B25B-FFEAE9C8BE08}"/>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221E33-0235-41F2-B214-C879CE1649FB}"/>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33096FE7-7F28-458B-B6B8-4E7319E520F9}"/>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889A39F2-AEBD-4C50-8F02-28B4E4CE67FB}"/>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32A09EC-13A9-43F6-B210-9077A1AF297B}"/>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F1D3ADE8-AC27-4A9E-9008-0F4E97C23545}"/>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D29EC71D-AFF1-486E-BD4E-905715E93782}"/>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BAA682-F9E7-4C55-97C6-21AD9C784362}"/>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554551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320FF7-BE6D-45BF-91BE-25FB686FCB7F}"/>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B7D03B-C648-4646-86E9-B06C503D569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B8722C-BCB3-4E38-B090-2CEA7E0135B0}"/>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07D9E25-EFAC-45A1-9196-AC4FBD7E066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13623899-3465-4FBF-8BEA-A7831B3DC8B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8217bcf0c6a4ede"/>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70F4F254-B970-4306-9EF2-8E81600BA6B8}"/>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49AC9377-6A8D-46C9-ADF4-E514A5BA92CF}"/>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3310B216-CF79-4522-9DD8-D19D81654428}"/>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3EE03F61-895D-4276-B317-1BE3DD39A901}"/>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E21017D3-07B8-4A68-A638-D57FD41C0B4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CC715BEE-7865-45BD-BFDA-4AF83968F22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4F6ED87B-2CC1-4836-B4E4-A662BBA3F8D7}"/>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FA7C2156-CC76-43A1-ACC0-2B1966E46AD4}"/>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D37AD570-23A6-4C17-9307-DBE355F44EB9}"/>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5CE4450-9478-49DD-B63E-CBCE655AAA56}"/>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6832CF5C-0954-4E56-BC94-1D6C63AF54D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743D81-4D26-4BEE-B365-6F7F7F120DD0}"/>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2993459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B7F8D73-4315-4DDF-88FA-F0C1719C187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5A2698-53F0-4943-A919-58541341FC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D67F02-ACDD-40F6-81A9-22310FBC6CC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8AF11A9-8928-4B08-97D0-DD99F1E7448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4054B063-0D8A-4433-915F-3C3CAB6FE4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2B153CFC-A002-4CA5-9149-0D95221C6C99}"/>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AB1DA4D5-D8DB-4DA6-92AB-EB36BCF17AC9}"/>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A76DCFDA-A38E-4559-9162-E8E6DA1AC5DB}"/>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CEACDA7-7F4F-4E66-9AE5-84D13EBF3F31}"/>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1882E5F7-0B11-4DF0-8DED-7C5B32E5E0C0}"/>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679D3851-6144-47D1-B359-2108516B23A5}"/>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0FA7D939-8AC1-434E-92EE-0BFECE1EC251}"/>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F633C152-ECA9-469C-9A61-90025C3CC42F}"/>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7ACEBD3C-0023-4B6A-BB6D-61DA4647E87B}"/>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294CB04-6FB8-45EA-ACB5-F89476AA570C}"/>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D2ED6D0-B726-489B-B49E-3EBE9A27E95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0FA931-828F-499B-A6D9-86FB6A3AD205}"/>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0C37D814-FFE8-4EEC-A2B5-7F87C9785B7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506013A5-18F6-4090-BFBA-9EA2EC8F3E5F}"/>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3DC5F5A4-8251-4540-8F12-BEA5369A54CB}"/>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DE941-88D2-4FDD-AD7B-58E0830D9B86}"/>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CB0D5DE4-C73F-4BA0-B380-697A99D8B23B}"/>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More eligible Solana stocks</a:t>
            </a:r>
          </a:p>
        </p:txBody>
      </p:sp>
      <p:sp>
        <p:nvSpPr>
          <p:cNvPr id="26" name="">
            <a:extLst xmlns:a="http://schemas.openxmlformats.org/drawingml/2006/main">
              <a:ext uri="{FF2B5EF4-FFF2-40B4-BE49-F238E27FC236}">
                <a16:creationId xmlns:a16="http://schemas.microsoft.com/office/drawing/2014/main" id="{8179C957-D8E6-409A-A33D-E4B91078211F}"/>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Additional assets after dividend and custody checks</a:t>
            </a:r>
          </a:p>
        </p:txBody>
      </p:sp>
      <p:sp>
        <p:nvSpPr>
          <p:cNvPr id="27" name="">
            <a:extLst xmlns:a="http://schemas.openxmlformats.org/drawingml/2006/main">
              <a:ext uri="{FF2B5EF4-FFF2-40B4-BE49-F238E27FC236}">
                <a16:creationId xmlns:a16="http://schemas.microsoft.com/office/drawing/2014/main" id="{EE424909-0147-41F9-8464-FF3C926D98D8}"/>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2D0151-1256-4B45-BD1C-FEAEDD66F6D8}"/>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CDC1C49C-05D0-4944-8083-CDE9678054B8}"/>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28C1101A-DA09-4076-979C-CCCA107F84DA}"/>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2CD8648-AF85-460B-984C-F9EF2F592DFD}"/>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63842801"/>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2026-09-16T05:59:12.2520000Z</dcterms:created>
  <dcterms:modified xsi:type="dcterms:W3CDTF">2026-09-16T05:59:12.2520000Z</dcterms:modified>
</coreProperties>
</file>