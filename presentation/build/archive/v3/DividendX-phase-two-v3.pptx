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29143d6cc494f" /><Relationship Type="http://schemas.openxmlformats.org/officeDocument/2006/relationships/extended-properties" Target="/docProps/app.xml" Id="R235ccf08196a41c3" /><Relationship Type="http://schemas.openxmlformats.org/officeDocument/2006/relationships/officeDocument" Target="/ppt/presentation.xml" Id="R253128f8da164d05" /></Relationships>
</file>

<file path=ppt/presentation.xml><?xml version="1.0" encoding="utf-8"?>
<p:presentation xmlns:p="http://schemas.openxmlformats.org/presentationml/2006/main">
  <p:sldMasterIdLst>
    <p:sldMasterId xmlns:r="http://schemas.openxmlformats.org/officeDocument/2006/relationships" id="2147483648" r:id="R76acb51b5df948e6"/>
  </p:sldMasterIdLst>
  <p:notesMasterIdLst>
    <p:notesMasterId xmlns:r="http://schemas.openxmlformats.org/officeDocument/2006/relationships" r:id="Rf0ab2dc1824f41b0"/>
  </p:notesMasterIdLst>
  <p:sldIdLst>
    <p:sldId xmlns:r="http://schemas.openxmlformats.org/officeDocument/2006/relationships" id="256" r:id="Ra3e8e03c40e640aa"/>
    <p:sldId xmlns:r="http://schemas.openxmlformats.org/officeDocument/2006/relationships" id="257" r:id="R160a8d04165b4937"/>
    <p:sldId xmlns:r="http://schemas.openxmlformats.org/officeDocument/2006/relationships" id="258" r:id="R8ccd207b6a6c4717"/>
    <p:sldId xmlns:r="http://schemas.openxmlformats.org/officeDocument/2006/relationships" id="259" r:id="Rbd97c777310647a2"/>
    <p:sldId xmlns:r="http://schemas.openxmlformats.org/officeDocument/2006/relationships" id="260" r:id="Rf9da3b96103548e6"/>
    <p:sldId xmlns:r="http://schemas.openxmlformats.org/officeDocument/2006/relationships" id="261" r:id="R82481924388c4bfa"/>
    <p:sldId xmlns:r="http://schemas.openxmlformats.org/officeDocument/2006/relationships" id="262" r:id="R26db44d292f54d3b"/>
    <p:sldId xmlns:r="http://schemas.openxmlformats.org/officeDocument/2006/relationships" id="263" r:id="R6f5685898e8f4a08"/>
    <p:sldId xmlns:r="http://schemas.openxmlformats.org/officeDocument/2006/relationships" id="264" r:id="R86bf90b1ad5145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575a41070446af" /><Relationship Type="http://schemas.openxmlformats.org/officeDocument/2006/relationships/slideMaster" Target="/ppt/slideMasters/slideMaster1.xml" Id="R76acb51b5df948e6" /><Relationship Type="http://schemas.openxmlformats.org/officeDocument/2006/relationships/notesMaster" Target="/ppt/notesMasters/notesMaster1.xml" Id="Rf0ab2dc1824f41b0" /><Relationship Type="http://schemas.openxmlformats.org/officeDocument/2006/relationships/presProps" Target="/ppt/presProps.xml" Id="R25210d61987149fe" /><Relationship Type="http://schemas.openxmlformats.org/officeDocument/2006/relationships/tableStyles" Target="/ppt/tableStyles.xml" Id="R8ee37f60a20f407b" /><Relationship Type="http://schemas.openxmlformats.org/officeDocument/2006/relationships/slide" Target="/ppt/slides/slide1.xml" Id="Ra3e8e03c40e640aa" /><Relationship Type="http://schemas.openxmlformats.org/officeDocument/2006/relationships/slide" Target="/ppt/slides/slide2.xml" Id="R160a8d04165b4937" /><Relationship Type="http://schemas.openxmlformats.org/officeDocument/2006/relationships/slide" Target="/ppt/slides/slide3.xml" Id="R8ccd207b6a6c4717" /><Relationship Type="http://schemas.openxmlformats.org/officeDocument/2006/relationships/slide" Target="/ppt/slides/slide4.xml" Id="Rbd97c777310647a2" /><Relationship Type="http://schemas.openxmlformats.org/officeDocument/2006/relationships/slide" Target="/ppt/slides/slide5.xml" Id="Rf9da3b96103548e6" /><Relationship Type="http://schemas.openxmlformats.org/officeDocument/2006/relationships/slide" Target="/ppt/slides/slide6.xml" Id="R82481924388c4bfa" /><Relationship Type="http://schemas.openxmlformats.org/officeDocument/2006/relationships/slide" Target="/ppt/slides/slide7.xml" Id="R26db44d292f54d3b" /><Relationship Type="http://schemas.openxmlformats.org/officeDocument/2006/relationships/slide" Target="/ppt/slides/slide8.xml" Id="R6f5685898e8f4a08" /><Relationship Type="http://schemas.openxmlformats.org/officeDocument/2006/relationships/slide" Target="/ppt/slides/slide9.xml" Id="R86bf90b1ad5145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3bee59ce464c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cef197259c452a" /><Relationship Type="http://schemas.openxmlformats.org/officeDocument/2006/relationships/notesMaster" Target="/ppt/notesMasters/notesMaster1.xml" Id="R1755203ee8f14f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5bb9052404ab5" /><Relationship Type="http://schemas.openxmlformats.org/officeDocument/2006/relationships/notesMaster" Target="/ppt/notesMasters/notesMaster1.xml" Id="R87c405917b26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d1a8ead6654f0a" /><Relationship Type="http://schemas.openxmlformats.org/officeDocument/2006/relationships/notesMaster" Target="/ppt/notesMasters/notesMaster1.xml" Id="Rf5796fff94aa44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3c17b70fa44326" /><Relationship Type="http://schemas.openxmlformats.org/officeDocument/2006/relationships/notesMaster" Target="/ppt/notesMasters/notesMaster1.xml" Id="Re9e716e57e8349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a46be38be84814" /><Relationship Type="http://schemas.openxmlformats.org/officeDocument/2006/relationships/notesMaster" Target="/ppt/notesMasters/notesMaster1.xml" Id="R40441cb1ad334d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0882ceb6f4483a" /><Relationship Type="http://schemas.openxmlformats.org/officeDocument/2006/relationships/notesMaster" Target="/ppt/notesMasters/notesMaster1.xml" Id="R5fc99e51423941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3ee084391c4f84" /><Relationship Type="http://schemas.openxmlformats.org/officeDocument/2006/relationships/notesMaster" Target="/ppt/notesMasters/notesMaster1.xml" Id="Ra1ee0af9409c4a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c4ffb6af714ecf" /><Relationship Type="http://schemas.openxmlformats.org/officeDocument/2006/relationships/notesMaster" Target="/ppt/notesMasters/notesMaster1.xml" Id="Rdd19ba1c5dca4e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2cfec2515b41fe" /><Relationship Type="http://schemas.openxmlformats.org/officeDocument/2006/relationships/notesMaster" Target="/ppt/notesMasters/notesMaster1.xml" Id="R731e7812e5184d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DividendX brings the same choice to xStock holders: keep the stock exposure and sell the dividend rights.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xStock units,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Both claims are backed by the same xStock collateral and redeem in xStock units whose dollar value can change.</a:t>
            </a:r>
          </a:p>
          <a:p xmlns:a="http://schemas.openxmlformats.org/drawingml/2006/main">
            <a:r>
              <a:t>Presenter notes: This present-tense language explains the product mechanics, not deployed execution. The diagram is schematic. Deposit must precede the supported event. Claim receipt units differ from raw redemption allocations.</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DividendX connects those two ideas.</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We start with dividend-paying xStocks on Solana, then expand to more familiar companies and additional issuers.</a:t>
            </a:r>
          </a:p>
          <a:p xmlns:a="http://schemas.openxmlformats.org/drawingml/2006/main">
            <a:r>
              <a:t>Presenter notes: The RWA.xyz total includes stocks, ETFs, native instruments, and synthetic representations. Eligible DividendX collateral is only a subset.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brings collateral and both claims into one shared system. The deposit and paired claims are created together in one transaction. Each owner can transfer and redeem their claim under the same program rules, reducing the separate records and reconciliation needed between counterparties.</a:t>
            </a:r>
          </a:p>
          <a:p xmlns:a="http://schemas.openxmlformats.org/drawingml/2006/main">
            <a:r>
              <a:t>Presenter notes: This describes the intended product mechanics, not a deployed program. Issuer controls, event-data trust, operating rules, access restrictions, and actual market liquidity remain dependencies.</a:t>
            </a:r>
          </a:p>
          <a:p xmlns:a="http://schemas.openxmlformats.org/drawingml/2006/main">
            <a:r>
              <a:t>Sources (accessed/observed 16 September 2026 unless stated): Solana transactions: https://solana.com/docs/core/transactions | Solana token extensions: https://solana.com/docs/tokens/extensions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The same token standards also make the claims available for other Solana applications to integrate.</a:t>
            </a:r>
          </a:p>
          <a:p xmlns:a="http://schemas.openxmlformats.org/drawingml/2006/main">
            <a:r>
              <a:t>Presenter notes: Onchain token accounts expose program state; they do not independently prove offchain custody reserves, correct issuer data, or correct program code.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Valuation basis: P = $0.371 / (1.0225601246249238 / 1.0183317967386898 - 1) = $89.349999989, approximately $89.35/share. The $37.10 is the event's net reinvestment reference value, not cash paid by DividendX, a DR sale price, or a guaranteed payout. Both claims redeem in xStock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deposit, split, sell the dividend, redeem each side separately. Next come Apple, Microsoft and NVIDIA xStocks, then Backpack and Ondo. The longer-term vision reaches Coinbase and Robinhood assets on other networks, with Solana as our home base for dividend liquidity.</a:t>
            </a:r>
          </a:p>
          <a:p xmlns:a="http://schemas.openxmlformats.org/drawingml/2006/main">
            <a:r>
              <a:t>Presenter notes: The hackathon execution uses test assets and the verified historical KOx event. Every roadmap item is future work, not a partnership or integration claim. xStocks AAPLx, MSFTx and NVDAx exist; exact Solana mints and event feeds still require approval. Selected Backpack and Ondo products have Solana representations. Coinbase products are on Base. Only Robinhood's new wallet-held Stock Tokens on Robinhood Chain are in scope,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Stocks: https://ondo.finance/ondo-stocks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8a8d65352947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525cd8c6854dd1" /><Relationship Type="http://schemas.openxmlformats.org/officeDocument/2006/relationships/slideLayout" Target="/ppt/slideLayouts/slideLayout1.xml" Id="R61a9232368ec45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a9232368ec45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eed5ab74484a87" /><Relationship Type="http://schemas.openxmlformats.org/officeDocument/2006/relationships/notesSlide" Target="/ppt/notesSlides/notesSlide1.xml" Id="R020849382f794d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e8744bb5474314" /><Relationship Type="http://schemas.openxmlformats.org/officeDocument/2006/relationships/notesSlide" Target="/ppt/notesSlides/notesSlide2.xml" Id="R3cc8a24be77d4d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6292df1b82416d" /><Relationship Type="http://schemas.openxmlformats.org/officeDocument/2006/relationships/notesSlide" Target="/ppt/notesSlides/notesSlide3.xml" Id="R550f9a7a0fd342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62f4bdc425400f" /><Relationship Type="http://schemas.openxmlformats.org/officeDocument/2006/relationships/notesSlide" Target="/ppt/notesSlides/notesSlide4.xml" Id="R446d9446ee0047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11569e83ca4cd8" /><Relationship Type="http://schemas.openxmlformats.org/officeDocument/2006/relationships/notesSlide" Target="/ppt/notesSlides/notesSlide5.xml" Id="R064c1f976711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175e2f8b1c420d" /><Relationship Type="http://schemas.openxmlformats.org/officeDocument/2006/relationships/notesSlide" Target="/ppt/notesSlides/notesSlide6.xml" Id="R3105fd3e8ec74d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8b9735fbda4c4b" /><Relationship Type="http://schemas.openxmlformats.org/officeDocument/2006/relationships/notesSlide" Target="/ppt/notesSlides/notesSlide7.xml" Id="Ra86e6abf6be645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f0c29c02954a4e" /><Relationship Type="http://schemas.openxmlformats.org/officeDocument/2006/relationships/image" Target="/ppt/media/image.png" Id="Rb9ca86e08b764646" /><Relationship Type="http://schemas.openxmlformats.org/officeDocument/2006/relationships/notesSlide" Target="/ppt/notesSlides/notesSlide8.xml" Id="R76ae084e850f4d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b3cdeb23d347b8" /><Relationship Type="http://schemas.openxmlformats.org/officeDocument/2006/relationships/notesSlide" Target="/ppt/notesSlides/notesSlide9.xml" Id="R79ec6f6776cf4d08"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E3A5C0-58E6-4C09-B67F-5CC61BE5DC1E}"/>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8BA2FF-4639-44CD-9CAA-EE8C0F2A1E5F}"/>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DB9F5C-AD13-44F3-BE52-5FB0655ED18E}"/>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F569CCC-E3AB-4FE0-80AA-6C60A36F7660}"/>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DC049C8-07B4-4B9F-A398-6A214947C2BF}"/>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0EE9328D-739F-43CF-B2ED-3A2B44868CF8}"/>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1A6623CF-59CC-4F4A-A8BB-F2D6F8CF5054}"/>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16B190-D73A-48D1-8768-A4A450F4D725}"/>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130895196"/>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F2F5FB-6988-46AF-BC89-4797D009CE4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ECAC64-0303-4C4E-ADF4-AF30352D0BC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D3C0604-4F17-4606-B0FC-650C77C8DBD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C6C26D4-686A-4A21-BFD8-386F5022226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B9E3F3A0-31F6-4F06-AAA6-5552A29F6EE9}"/>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4D5BA338-F58C-45FC-A39C-8D4D4DC6FE6C}"/>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ACE26286-5573-4092-B710-860116F91DA3}"/>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92E51F23-6FEB-490B-9BD2-4CB4292C0FAA}"/>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7CC7D5B1-BE6B-4CFA-9556-F2EC5E113E6C}"/>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6656D016-B365-43AF-8C80-4F86984B7081}"/>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8C2538E3-D5FC-4A9B-B5C6-C8272FEF04CE}"/>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F9D02F36-80AA-44F3-A08A-15D20850E809}"/>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B15746C8-F4FF-4E1B-98B6-DF559A61D894}"/>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963442E-3699-4DB2-9552-F6A37F1F8E2D}"/>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FFD40279-393C-404A-AF4F-A8B17804956F}"/>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C1052BD9-6BBE-48A7-98F0-25F91D658A21}"/>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6047C0E-01AE-470B-B5A8-B415720DCE8D}"/>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EFA478CE-2DDA-4D67-8EC0-BE978F4576F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3E96A67D-EE94-4A59-88ED-4A0E8B268934}"/>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438E9FF2-24E8-47D0-BF59-19A7CADE16DD}"/>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12B7F59B-FB6F-41A6-9295-44719D442474}"/>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741FCB19-921A-4DEC-AAB4-2380780FCDAA}"/>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0344E94A-F09B-444D-9B18-E30FF6B2DB9A}"/>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78D980-AE2D-41FF-881A-CA38ABB8463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62918914-6C66-4532-A4FD-BC56DB048130}"/>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567212040"/>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BDA6A25-FB20-4F3E-8665-376866CD8A8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3217F6-6DDA-432E-9665-AEA21133263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057FDD-5D14-4561-92DB-653722E0CFB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D0E6B68-4245-44FD-9BD3-05579DDA00B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431562E4-457A-4532-8D90-E6A1DCF29D5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258D44F4-D345-48D7-AB0B-4C81C75B7346}"/>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BBAB7FE-6527-471C-82BD-61CA58FEB634}"/>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F9CA674D-482D-4083-8E2D-85AA725E9DDC}"/>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6F46A6C9-4DF5-4FA6-BF9D-61566B272885}"/>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A376B670-B01A-45E2-AE4E-78C0C3CFA3F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B3269545-BA6A-466A-B68C-207F8F7A5506}"/>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6B05DF28-67CE-4D2B-8E57-E9867F6CB683}"/>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2073FB6-BE3E-4E18-8ED2-A77C1CC051D6}"/>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B9208D66-71A5-4186-81F0-A7E16A3D3669}"/>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5609668C-5221-4E73-8D8A-52AEA955C914}"/>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85518A96-29FA-4793-BCB7-CCDE81316C1E}"/>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4097F1B0-D54D-4A06-B2BC-49B991DD8DB6}"/>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895E77A3-C640-4696-BCC0-2D9DC3BFE1BE}"/>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A74F685A-FE26-47B4-A435-E3A0CFE80EAF}"/>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D152ACA6-4981-4B3A-8726-27FAFCE9490E}"/>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C1EA4C08-7B2D-4A2B-9F4C-72B7F4534256}"/>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76724123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90979A-7350-4A22-AF32-39E571DC432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9D7BD0-14CA-452D-AAD4-274BD62E230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DE1CE7-A139-4246-B438-271A8AD71D2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1980E468-46BE-4AE0-9513-A995ACDB471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B1D43F62-DA3E-425B-8DD5-306E1CEDCA5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C3F20A0-0F87-4B96-94BB-8A3A3217011E}"/>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F07D310D-9BB3-4BF2-99CB-CEC744F99053}"/>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3CC27D4E-C6AC-45A1-B4A8-6EDED2B2BFA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97C82D39-D0FC-46FF-B112-93CA75CF7035}"/>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E546B5-20FF-4610-A577-9272DA1BCBE6}"/>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BB67C3AF-FA64-4087-A962-ED6114991EF5}"/>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A7B0A287-C050-4A2C-9D0F-8C6938F2A8B9}"/>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A57073FA-7475-426E-B7C0-0C6D4D99FC50}"/>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16FA5AD1-98E6-4FD9-9D69-7421D0CE480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32662171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0FB764-59F9-416E-B76B-A76ED15B984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297A75-BF94-4C80-B777-B3C5FCF631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9D019B-E825-461E-9E9D-48C111A0796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202B8FF-B348-4576-B0EE-01EF0FC5469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8A73E425-A8F5-4B8C-B2F6-1407E1F55810}"/>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47D599AF-0CAE-4233-AD06-428001314F2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72AE73A2-2A25-4E6F-B8A8-AF06E74FECEE}"/>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81A7284B-F2B1-46A6-9C42-D3BA6DFBBB73}"/>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722CE631-8F6C-412F-97FD-610EE54CD552}"/>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503020-2AD2-455E-A235-F329BCC36489}"/>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29DCE6F9-638E-478F-BC5A-54F3A0FB216F}"/>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3D350A20-588F-44B4-A53F-B0677AA7D700}"/>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4226F416-0E16-4F09-ADBA-DBB7866D730E}"/>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0B3C9F-F900-4CD2-8EEA-BEDA9A2C6562}"/>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A6AE9C36-577D-4692-B871-3E190813A59D}"/>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FD7CCF55-2FD5-4465-8CEB-4A30199142F3}"/>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Coca-Cola first. More dividend-paying stocks next.</a:t>
            </a:r>
          </a:p>
        </p:txBody>
      </p:sp>
      <p:sp>
        <p:nvSpPr>
          <p:cNvPr id="17" name="">
            <a:extLst xmlns:a="http://schemas.openxmlformats.org/drawingml/2006/main">
              <a:ext uri="{FF2B5EF4-FFF2-40B4-BE49-F238E27FC236}">
                <a16:creationId xmlns:a16="http://schemas.microsoft.com/office/drawing/2014/main" id="{36ACFFA0-FB68-424F-BBF4-0590F5F89CE9}"/>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3354009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6AA35E-F4A0-4D0B-BA0D-659B8659EE4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1D4BCA-F8CF-4580-AE6F-40CEB3BBB9A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7D9A52-106E-4442-8223-7A8B6C95B25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9947C19F-6252-417C-ABBE-EF6392B7885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C384D27B-610C-49B9-A6D3-B17FB59190F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DE2198D6-F592-4AB8-81E9-25B5B5D3899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279CD69-F7DA-4536-A584-D6FBB4E12E48}"/>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9D2BE18C-659D-40C6-83F4-FA9F0C49D438}"/>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AA9F87EC-80ED-42EA-9739-70FE62E8BF8D}"/>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DC32DA-4C55-40CE-840C-C082AFA694E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3A8624F-7E9A-48BA-8437-E42D8D698307}"/>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D99E444F-ABFB-4380-AA1B-B39510F4515A}"/>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E14528C7-5FA2-4D80-B8FC-1DB429BAD6F2}"/>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5FB729-C9D1-4C9E-AB1F-B05DD8CDD049}"/>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915C6C4B-073C-44F3-BF0D-E14EC65B48D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5908D4DD-E056-4D9B-AFE0-93B9BE671106}"/>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308A933D-7712-4F8D-BFF2-B8F6F54E34B3}"/>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C1151CA-B9AE-4D46-8676-330ADA8DF9B4}"/>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One program coordinates both claims.</a:t>
            </a:r>
          </a:p>
        </p:txBody>
      </p:sp>
    </p:spTree>
    <p:extLst>
      <p:ext uri="{BB962C8B-B14F-4D97-AF65-F5344CB8AC3E}">
        <p14:creationId xmlns:p14="http://schemas.microsoft.com/office/powerpoint/2010/main" val="128526607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4F41632-C431-464A-B8C4-40E92852004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0071C0-B60F-48C5-823C-E7025E7CA11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34E330-A319-4133-B226-9EDAB34AB69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BB4C5152-53C0-4DBB-9273-E565AFE914D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F4C0E423-0B54-45C1-8B7E-377A09D5A8D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CD6DC8DD-9757-4F4E-B90A-89A6C5DF246C}"/>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5056EB4F-316D-4B20-9EF6-B06471A56703}"/>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55619A0F-1E26-4A5D-BD92-B60CCE728148}"/>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DC5EF20C-501D-4844-A772-9367C61F4E9B}"/>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8361423E-EA5B-4C22-A2CE-EA4333F14C1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A8F7367D-90AA-4C5B-8682-D74C392A52DE}"/>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E8C0E0F7-7D3C-4001-9034-51A1413DC629}"/>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BFCEF281-2578-46DC-82BE-1918AB74DC16}"/>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618D85D-767C-4090-A685-4203AB68A0E8}"/>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3D5954-71A1-491E-B938-396CAC930450}"/>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2F0FB013-301C-4962-B531-550562C978AB}"/>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7682F5D7-D946-45B8-89F0-EFB5DBF865DA}"/>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11D29CBB-6B1F-411B-AF08-7CF54EA40EC7}"/>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62E3F901-3BA2-4CA0-BD68-62D618CEBD43}"/>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B35675-DF36-400E-ADC9-83CF6BB9F581}"/>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2DA23D72-581E-4E52-A758-F4D66549B508}"/>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94B2F20B-9042-4C5C-88EF-708895CDF4F9}"/>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7FF94E-B7C1-4E2D-AFD5-F6844CD14654}"/>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EFB60F58-F7DD-408F-8477-EC79011DE217}"/>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FA412437-5B40-4FB1-87A9-A83AADAC94CC}"/>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87B1054-C979-4640-AC6E-097173D416F7}"/>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Built on shared token standards that other Solana apps can integrate.</a:t>
            </a:r>
          </a:p>
        </p:txBody>
      </p:sp>
    </p:spTree>
    <p:extLst>
      <p:ext uri="{BB962C8B-B14F-4D97-AF65-F5344CB8AC3E}">
        <p14:creationId xmlns:p14="http://schemas.microsoft.com/office/powerpoint/2010/main" val="366925869"/>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1426033-6231-4131-968F-712F0FB5FDB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A9AED8-78A0-4107-BF0B-02BF5053560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9F7DF5-AD21-40A8-8BFC-AD1F1660BA2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D829995C-B506-4EBF-AE4F-1121DCE32C5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B2C5753D-9536-460B-8447-9839E34796B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ca86e08b764646"/>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F1C58FC3-F251-47D9-AC20-55F74652A26C}"/>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C2E3CE02-73EC-4745-846D-5CBB1D76974E}"/>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E6046A55-6DC9-4393-A175-512DD1C0D975}"/>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E619131C-13A5-43FB-AEDF-2A35FE3F46A9}"/>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342B5D8F-D008-47ED-96BA-C4C2919EB5ED}"/>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5E0EFE27-9553-4D2C-ADB2-EE6958AD6C2A}"/>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B0506625-0336-4D74-B92D-419414D463A2}"/>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382E56CE-0779-4CF2-ACCE-75DDD06B419A}"/>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E699F7BA-E0BE-4313-9475-8E00AC183FE6}"/>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503FF7-D316-4C8B-A611-F0B8A6566495}"/>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79D72777-B3DD-4120-8B8C-AB36190C164C}"/>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B62DC5E-6F4A-4F60-BF5B-CB93B8C1DE83}"/>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791069286"/>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AC8289C-6F7E-431F-8A68-979D35DBECC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945EDF-6038-48AF-B0D4-CF3F4F977F0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FE27B9-188A-432B-A928-1C59B071D32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2E44DD38-A2AB-4ABD-A6F9-6E3C72EA874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6EDCD16B-E194-4F1D-9F51-C0A2BE20F94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6FDA8BA5-3390-471D-A52D-6319CF095F7D}"/>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E0B7809-D63F-422B-8DD4-F3F72ECA91DF}"/>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67B564A-C479-4297-8EB4-B4402C57A19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426140AF-040F-4FC9-B039-43242505A5EC}"/>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4EDAF84-DC1B-4376-A7D5-50D66A7400D1}"/>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F5C5E8A5-5649-429D-9F4F-E83EA92F1185}"/>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46259FC-C593-4808-B8C5-C00FB86191A3}"/>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7CBF3823-F4AA-4B67-A2E4-4AA8C85BC8AA}"/>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140B2921-DDEA-4E5A-A6E8-FE30DA8DFBBA}"/>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9C62A90-8985-4E53-A55D-7E69F1BF6D9F}"/>
              </a:ext>
            </a:extLst>
          </p:cNvPr>
          <p:cNvSpPr>
            <a:spLocks xmlns:a="http://schemas.openxmlformats.org/drawingml/2006/main" noGrp="1"/>
          </p:cNvSpPr>
          <p:nvPr/>
        </p:nvSpPr>
        <p:spPr>
          <a:xfrm xmlns:a="http://schemas.openxmlformats.org/drawingml/2006/main">
            <a:off x="762000" y="3638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ROADMAP</a:t>
            </a:r>
          </a:p>
        </p:txBody>
      </p:sp>
      <p:sp>
        <p:nvSpPr>
          <p:cNvPr id="19" name="">
            <a:extLst xmlns:a="http://schemas.openxmlformats.org/drawingml/2006/main">
              <a:ext uri="{FF2B5EF4-FFF2-40B4-BE49-F238E27FC236}">
                <a16:creationId xmlns:a16="http://schemas.microsoft.com/office/drawing/2014/main" id="{CFBCE84E-CB17-45CE-8795-C9BD1D53A2DF}"/>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FF8B6B-E348-4D28-A93E-592B848AC5A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2CC3FD1E-3884-495D-AF19-1BBE4066DEF8}"/>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More xStocks</a:t>
            </a:r>
          </a:p>
        </p:txBody>
      </p:sp>
      <p:sp>
        <p:nvSpPr>
          <p:cNvPr id="22" name="">
            <a:extLst xmlns:a="http://schemas.openxmlformats.org/drawingml/2006/main">
              <a:ext uri="{FF2B5EF4-FFF2-40B4-BE49-F238E27FC236}">
                <a16:creationId xmlns:a16="http://schemas.microsoft.com/office/drawing/2014/main" id="{3F9A0430-FFE6-4403-99BF-3B0C09A64F7E}"/>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Apple · Microsoft · NVIDIA</a:t>
            </a:r>
          </a:p>
        </p:txBody>
      </p:sp>
      <p:sp>
        <p:nvSpPr>
          <p:cNvPr id="23" name="">
            <a:extLst xmlns:a="http://schemas.openxmlformats.org/drawingml/2006/main">
              <a:ext uri="{FF2B5EF4-FFF2-40B4-BE49-F238E27FC236}">
                <a16:creationId xmlns:a16="http://schemas.microsoft.com/office/drawing/2014/main" id="{BBB35D79-6EA6-48B1-A17C-20BE979E26CC}"/>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12134A5-32C0-4353-8903-887597C3CF1A}"/>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A46A4749-2AA3-421B-BE59-526527B07375}"/>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Solana issuers</a:t>
            </a:r>
          </a:p>
        </p:txBody>
      </p:sp>
      <p:sp>
        <p:nvSpPr>
          <p:cNvPr id="26" name="">
            <a:extLst xmlns:a="http://schemas.openxmlformats.org/drawingml/2006/main">
              <a:ext uri="{FF2B5EF4-FFF2-40B4-BE49-F238E27FC236}">
                <a16:creationId xmlns:a16="http://schemas.microsoft.com/office/drawing/2014/main" id="{5092DF71-E755-4DA0-B501-5080D3F0DD7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Backpack · Ondo</a:t>
            </a:r>
          </a:p>
        </p:txBody>
      </p:sp>
      <p:sp>
        <p:nvSpPr>
          <p:cNvPr id="27" name="">
            <a:extLst xmlns:a="http://schemas.openxmlformats.org/drawingml/2006/main">
              <a:ext uri="{FF2B5EF4-FFF2-40B4-BE49-F238E27FC236}">
                <a16:creationId xmlns:a16="http://schemas.microsoft.com/office/drawing/2014/main" id="{126CE7A7-68A2-40DF-B1C6-309273F56C84}"/>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24390D-CFA3-405C-9251-9213857C5F5A}"/>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5AD63C5C-9A4A-4644-B622-F7285A551F9B}"/>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Across networks</a:t>
            </a:r>
          </a:p>
        </p:txBody>
      </p:sp>
      <p:sp>
        <p:nvSpPr>
          <p:cNvPr id="30" name="">
            <a:extLst xmlns:a="http://schemas.openxmlformats.org/drawingml/2006/main">
              <a:ext uri="{FF2B5EF4-FFF2-40B4-BE49-F238E27FC236}">
                <a16:creationId xmlns:a16="http://schemas.microsoft.com/office/drawing/2014/main" id="{58E7F8B7-E311-4767-93E1-5C5DF81181AD}"/>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 stock tokens</a:t>
            </a:r>
          </a:p>
        </p:txBody>
      </p:sp>
      <p:sp>
        <p:nvSpPr>
          <p:cNvPr id="31" name="">
            <a:extLst xmlns:a="http://schemas.openxmlformats.org/drawingml/2006/main">
              <a:ext uri="{FF2B5EF4-FFF2-40B4-BE49-F238E27FC236}">
                <a16:creationId xmlns:a16="http://schemas.microsoft.com/office/drawing/2014/main" id="{44E1ADB1-AE1D-4A7E-A342-F04057F5BB3C}"/>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621300542"/>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2026-09-16T05:20:15.6720000Z</dcterms:created>
  <dcterms:modified xsi:type="dcterms:W3CDTF">2026-09-16T05:20:15.6720000Z</dcterms:modified>
</coreProperties>
</file>