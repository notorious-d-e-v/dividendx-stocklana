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37f1e1453a43c1" /><Relationship Type="http://schemas.openxmlformats.org/officeDocument/2006/relationships/extended-properties" Target="/docProps/app.xml" Id="R1e239fc4fb44477c" /><Relationship Type="http://schemas.openxmlformats.org/officeDocument/2006/relationships/officeDocument" Target="/ppt/presentation.xml" Id="R329352aad03248d2" /></Relationships>
</file>

<file path=ppt/presentation.xml><?xml version="1.0" encoding="utf-8"?>
<p:presentation xmlns:p="http://schemas.openxmlformats.org/presentationml/2006/main">
  <p:sldMasterIdLst>
    <p:sldMasterId xmlns:r="http://schemas.openxmlformats.org/officeDocument/2006/relationships" id="2147483648" r:id="Rc3b8963a8d2847ad"/>
  </p:sldMasterIdLst>
  <p:notesMasterIdLst>
    <p:notesMasterId xmlns:r="http://schemas.openxmlformats.org/officeDocument/2006/relationships" r:id="Rcb589c7ba85049c3"/>
  </p:notesMasterIdLst>
  <p:sldIdLst>
    <p:sldId xmlns:r="http://schemas.openxmlformats.org/officeDocument/2006/relationships" id="256" r:id="R5584e93d8c9c4a1e"/>
    <p:sldId xmlns:r="http://schemas.openxmlformats.org/officeDocument/2006/relationships" id="257" r:id="R612a53129e8a48dc"/>
    <p:sldId xmlns:r="http://schemas.openxmlformats.org/officeDocument/2006/relationships" id="258" r:id="R7b6ea39fa57a4976"/>
    <p:sldId xmlns:r="http://schemas.openxmlformats.org/officeDocument/2006/relationships" id="259" r:id="Rff412283f1d446a4"/>
    <p:sldId xmlns:r="http://schemas.openxmlformats.org/officeDocument/2006/relationships" id="260" r:id="Rd6b4706891ca4701"/>
    <p:sldId xmlns:r="http://schemas.openxmlformats.org/officeDocument/2006/relationships" id="261" r:id="R54181b3806dd4aea"/>
    <p:sldId xmlns:r="http://schemas.openxmlformats.org/officeDocument/2006/relationships" id="262" r:id="Ra684655ea984475e"/>
    <p:sldId xmlns:r="http://schemas.openxmlformats.org/officeDocument/2006/relationships" id="263" r:id="R5266d4eb0cb74b01"/>
    <p:sldId xmlns:r="http://schemas.openxmlformats.org/officeDocument/2006/relationships" id="264" r:id="R52c5de517ce645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7abfd4de2d4cb1" /><Relationship Type="http://schemas.openxmlformats.org/officeDocument/2006/relationships/slideMaster" Target="/ppt/slideMasters/slideMaster1.xml" Id="Rc3b8963a8d2847ad" /><Relationship Type="http://schemas.openxmlformats.org/officeDocument/2006/relationships/notesMaster" Target="/ppt/notesMasters/notesMaster1.xml" Id="Rcb589c7ba85049c3" /><Relationship Type="http://schemas.openxmlformats.org/officeDocument/2006/relationships/presProps" Target="/ppt/presProps.xml" Id="Rcb3bb2f6e06840b5" /><Relationship Type="http://schemas.openxmlformats.org/officeDocument/2006/relationships/tableStyles" Target="/ppt/tableStyles.xml" Id="Rad6d454a582544b5" /><Relationship Type="http://schemas.openxmlformats.org/officeDocument/2006/relationships/slide" Target="/ppt/slides/slide1.xml" Id="R5584e93d8c9c4a1e" /><Relationship Type="http://schemas.openxmlformats.org/officeDocument/2006/relationships/slide" Target="/ppt/slides/slide2.xml" Id="R612a53129e8a48dc" /><Relationship Type="http://schemas.openxmlformats.org/officeDocument/2006/relationships/slide" Target="/ppt/slides/slide3.xml" Id="R7b6ea39fa57a4976" /><Relationship Type="http://schemas.openxmlformats.org/officeDocument/2006/relationships/slide" Target="/ppt/slides/slide4.xml" Id="Rff412283f1d446a4" /><Relationship Type="http://schemas.openxmlformats.org/officeDocument/2006/relationships/slide" Target="/ppt/slides/slide5.xml" Id="Rd6b4706891ca4701" /><Relationship Type="http://schemas.openxmlformats.org/officeDocument/2006/relationships/slide" Target="/ppt/slides/slide6.xml" Id="R54181b3806dd4aea" /><Relationship Type="http://schemas.openxmlformats.org/officeDocument/2006/relationships/slide" Target="/ppt/slides/slide7.xml" Id="Ra684655ea984475e" /><Relationship Type="http://schemas.openxmlformats.org/officeDocument/2006/relationships/slide" Target="/ppt/slides/slide8.xml" Id="R5266d4eb0cb74b01" /><Relationship Type="http://schemas.openxmlformats.org/officeDocument/2006/relationships/slide" Target="/ppt/slides/slide9.xml" Id="R52c5de517ce645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963b9fdcd1b41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a1b7559d154c8d" /><Relationship Type="http://schemas.openxmlformats.org/officeDocument/2006/relationships/notesMaster" Target="/ppt/notesMasters/notesMaster1.xml" Id="R8027e81085ce47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6c1f945c624ce2" /><Relationship Type="http://schemas.openxmlformats.org/officeDocument/2006/relationships/notesMaster" Target="/ppt/notesMasters/notesMaster1.xml" Id="R724c6d4be8e046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8e9ebbf1c042f5" /><Relationship Type="http://schemas.openxmlformats.org/officeDocument/2006/relationships/notesMaster" Target="/ppt/notesMasters/notesMaster1.xml" Id="R10b7e3d4173c41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3963b27ec047e6" /><Relationship Type="http://schemas.openxmlformats.org/officeDocument/2006/relationships/notesMaster" Target="/ppt/notesMasters/notesMaster1.xml" Id="Rf424de6933324c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6af8ac7b944183" /><Relationship Type="http://schemas.openxmlformats.org/officeDocument/2006/relationships/notesMaster" Target="/ppt/notesMasters/notesMaster1.xml" Id="R877a03e6c88542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24d130f5d54781" /><Relationship Type="http://schemas.openxmlformats.org/officeDocument/2006/relationships/notesMaster" Target="/ppt/notesMasters/notesMaster1.xml" Id="Re2597f2d82d941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179026c8834346" /><Relationship Type="http://schemas.openxmlformats.org/officeDocument/2006/relationships/notesMaster" Target="/ppt/notesMasters/notesMaster1.xml" Id="Rfd53864d081d47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76d2a5efc24b6d" /><Relationship Type="http://schemas.openxmlformats.org/officeDocument/2006/relationships/notesMaster" Target="/ppt/notesMasters/notesMaster1.xml" Id="R4739171e81154c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61a41a40b04203" /><Relationship Type="http://schemas.openxmlformats.org/officeDocument/2006/relationships/notesMaster" Target="/ppt/notesMasters/notesMaster1.xml" Id="R42f393eb9cd842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permissionless dividend market for selected stock tokens from xStocks, Backpack and Ondo on Solana.</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package includes familiar dividend payers such as Apple, Microsoft and Coca-Cola, represented by stock tokens on Solana.</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stock tokens from different issuers use the same vault design. Each issuer's dividend data feeds common allocation rules. One transaction deposits collateral and creates both claims. Holders use the same deposit, trade and redemption flow, while each issuer's collateral stays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start with selected stocks from xStocks, Backpack and Ondo, proving one dividend event per issuer before expanding within the package. Other networks come later, with Solana as our home base for dividend liquidity.</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0f22e7179b4a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661480e91c4fed" /><Relationship Type="http://schemas.openxmlformats.org/officeDocument/2006/relationships/slideLayout" Target="/ppt/slideLayouts/slideLayout1.xml" Id="Rff332593b0f540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332593b0f540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9a428309c74dcf" /><Relationship Type="http://schemas.openxmlformats.org/officeDocument/2006/relationships/notesSlide" Target="/ppt/notesSlides/notesSlide1.xml" Id="R145012b8a1cb4c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0886db8596433f" /><Relationship Type="http://schemas.openxmlformats.org/officeDocument/2006/relationships/notesSlide" Target="/ppt/notesSlides/notesSlide2.xml" Id="Rf528258f9f1f49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0e53c2206f435d" /><Relationship Type="http://schemas.openxmlformats.org/officeDocument/2006/relationships/notesSlide" Target="/ppt/notesSlides/notesSlide3.xml" Id="R2ae4c6d503284c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391bdb46fb4cd2" /><Relationship Type="http://schemas.openxmlformats.org/officeDocument/2006/relationships/notesSlide" Target="/ppt/notesSlides/notesSlide4.xml" Id="R2be587af014c4c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69b3954f3444bf" /><Relationship Type="http://schemas.openxmlformats.org/officeDocument/2006/relationships/notesSlide" Target="/ppt/notesSlides/notesSlide5.xml" Id="Rc955f12b3b694b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554084d0d7b499b" /><Relationship Type="http://schemas.openxmlformats.org/officeDocument/2006/relationships/notesSlide" Target="/ppt/notesSlides/notesSlide6.xml" Id="Rfb7b29e37c4e4f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9cea8543b04fae" /><Relationship Type="http://schemas.openxmlformats.org/officeDocument/2006/relationships/notesSlide" Target="/ppt/notesSlides/notesSlide7.xml" Id="R845147ba6b6240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d8e7356d6142c8" /><Relationship Type="http://schemas.openxmlformats.org/officeDocument/2006/relationships/image" Target="/ppt/media/image.png" Id="R1a03750130b94e0f" /><Relationship Type="http://schemas.openxmlformats.org/officeDocument/2006/relationships/notesSlide" Target="/ppt/notesSlides/notesSlide8.xml" Id="Rae870d9e2dfe43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6fe0badd054c88" /><Relationship Type="http://schemas.openxmlformats.org/officeDocument/2006/relationships/notesSlide" Target="/ppt/notesSlides/notesSlide9.xml" Id="R49db95e2d7f1431f"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0BFD0A-C967-4813-90F2-1C50FFC625B6}"/>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2B37235-AE25-4916-ADA9-F92352CE415A}"/>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3C1E51-8435-48E0-8066-CEAB428EEDF4}"/>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26AC26D-8B42-4A12-93D2-7C2C160B90C9}"/>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D768B187-69FC-4665-90AA-DAAA2704AD7F}"/>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AAFFD6E0-CBD7-4212-B1EB-463C7C5FB57D}"/>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157660C5-B075-4847-AC67-0CF8E059F645}"/>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4459C2-0728-4F7B-B000-149A72454A03}"/>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98861988"/>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8925C33-365E-42E9-8298-5D50DBDCB8D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CBDB70-01BC-43E5-88F3-057B65447B6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ADBD0BC-37E7-4F34-ABEF-C131236F1D6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0368D0B-1D4F-444D-9EFC-B4283C74DFB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F191F7E6-82ED-4BF1-94DF-DD51C2C4DDF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BA815749-4CEF-4CFB-AC0D-6A8C524FE808}"/>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0BE68E7F-0FCD-4245-ABF2-FDCD3A4994DB}"/>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2A703064-E943-4AD4-98AC-F60E11A80CE9}"/>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01C3A6D6-B911-484B-95A0-F0B22D586593}"/>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2635910C-BFEB-49BD-BDCC-5AC2ECD1231B}"/>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FBF45D13-FA18-4BC6-B4EB-F51BA9675D84}"/>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67B5A139-63D0-4FF9-9D53-54355502B056}"/>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333A0B16-4962-43BB-B15A-3459C4146E4C}"/>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8763A6-9D2C-4C26-BD8A-44D462F8611A}"/>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8B675601-D75A-4F12-9B46-B3717DBA8F0C}"/>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BB01C712-53D1-44C6-A3BD-35FB3FC23EBA}"/>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EC94CD4D-387A-4A92-8CBF-307B590920F8}"/>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6F0E53A3-82B9-47FE-9AD6-B35EBD9B836E}"/>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07D93419-F219-4E44-B8C4-20C218C853DB}"/>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471F5586-C666-4D42-9EAE-4179B3DAB400}"/>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4ED5D67E-4664-439A-9949-F79B53A43137}"/>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5B1E8260-2919-414A-AAF3-08C0E7FA140E}"/>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24C2729E-A5FA-42DF-AC10-6BFFA57584E1}"/>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3004E8F-98DE-4E34-9338-4E1717213B94}"/>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418B741C-B833-49D7-886D-1F0E2578C52F}"/>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448837711"/>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7757A20-21B7-4602-BBAC-B1C9B29C979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D757F0A-89DB-45D8-90E4-77E44CC79D1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312536C-1B61-4FC2-AF2D-EA5A1C46B65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0D3532A-3085-4E82-AC7C-98BB2C340D5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38FE1F8-4CC2-45C6-A3EE-81F19696BAB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31A471C9-814F-4680-A727-1B26B9A29E41}"/>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985C6A0C-1AE9-4529-9458-A625A1F90ECA}"/>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8304673A-A114-462E-8A97-6E3F445C52F5}"/>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6A4A3D95-B104-4EEC-81AC-6AB392D6C570}"/>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586654FF-85F5-410D-9F9E-23BA5DD07176}"/>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CBB88D2A-B29B-435C-8F60-3830DDC3E388}"/>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49E29265-2D41-4BCF-B184-061318FF914C}"/>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8AD4105-77A8-4203-9048-108BF9904E52}"/>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8410D2A4-E317-4357-8129-825CC94C41B5}"/>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B3E515CE-3BDD-4FFF-A804-C27CBE0804BD}"/>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996AE1BB-D44F-4928-B09E-18DA4D5C6A9D}"/>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06A7671A-50AA-4B76-BD02-70535895B57F}"/>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DAE04498-22FC-404B-A591-4E45688E82DC}"/>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2ED4D1D8-BD7E-437E-9C4D-06D1B8C43535}"/>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1D5EA28A-22A2-4734-9F9B-99014814DF6D}"/>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B68B8154-586D-404B-AA9D-73CDDD87C233}"/>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1528097939"/>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87385A5-714D-43AC-8D3F-32A46DCD5FB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1BE23D-7165-4DF7-B82F-D08E9387206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B4F5DD2-C168-4E5A-A258-D66BFD06077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F61A7C3-7C06-4147-B8B4-F24964103A0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26E7CCE7-1F7C-4ACA-A31B-46A1C8269F1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8464F40B-5AB3-46BB-83EA-022A5136C9FE}"/>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4DF6A14B-7C30-402D-8317-594FB7ED31E8}"/>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CD4EACE9-92EB-4272-A399-442CBD753A48}"/>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08B5D504-F199-4877-BB26-F3903145A63B}"/>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02E1A6-3680-43D4-B5F4-2F2934D7EAB5}"/>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FF52CC87-4B34-4A7B-9C63-7006192E7DFE}"/>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E9046B47-B28E-45D3-9910-0252C95EFFDD}"/>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16F77C38-C4AA-49E7-951E-124816E02A69}"/>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8FD25A2D-2F98-4B52-A2BE-959CE725C172}"/>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55378502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36141B7-CFF4-4FCF-9C49-7435BF6430B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F400C9F-9CAB-4015-B48D-615906BD767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8DB6E7-F8F8-4C4A-B7DB-522E9A8DF6F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136E1F4-D240-4FE7-B4A7-04A466D2232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3ABD1F2E-10AD-4997-90D7-27E4C559EBD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ED5059E1-A332-4024-81E1-6198540E6348}"/>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A72971EC-35A4-476F-9BDF-668065E3652D}"/>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F431620F-4C8C-44AA-84FA-779BD86F2FDE}"/>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D3C8DF9D-3A39-49AE-8344-293DF464239F}"/>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ED7B053-C644-4FD9-8DD6-64EE7156D77A}"/>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2414EBFF-7C1F-497F-9031-F964A76E97D1}"/>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74F34880-1A3C-4664-9B87-54332B5709E6}"/>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7B2B0DCC-943C-4159-9E59-B51935FE3C6F}"/>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2E0DE6-334B-43B6-857B-CB366BB0B11F}"/>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F04E50EB-C5DA-487A-A388-8761972055A8}"/>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032B06EE-50E9-4813-8345-C98A23C0CBC6}"/>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FA795E0B-2192-4842-996D-C430E16D92B4}"/>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1714539063"/>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2CC7B1-604F-477F-931C-26A9FC03A25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13D44C9-1E17-42BA-A43D-320647BC503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93987AF-6401-49F6-B246-A6D3CB55E54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1BA4B95-7AAF-46EE-8B2F-D3619EC928C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04D12EFE-A42F-44E8-A846-C406F30CDC2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069DF361-43FF-457B-A7F0-92753BB8553E}"/>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0D14A4DD-866A-4326-BEC8-1CA03815846C}"/>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007829E1-8CAE-404F-B552-90D725039A14}"/>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9305E17A-56E6-4BCE-A5E7-BDD8668F2BD0}"/>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2E7B81-9B84-4DBE-9870-2A8328E7F6B7}"/>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DC6AF56F-F55B-47EF-8033-165F17887688}"/>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5FD7134D-FD46-44E1-A34C-6079DE11F975}"/>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D376677A-E159-4C15-8555-67ABF0093625}"/>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FADD1C-DD33-40E1-9144-62263E6C43D9}"/>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289D5927-A74F-4BC8-91F7-98F95981F25E}"/>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D7A83726-182B-4A56-8552-779952B38699}"/>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B67BD006-81BE-48E4-B0CD-DF60CE0A0057}"/>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09E73CD-9E48-4C4C-823B-231A8A6D4462}"/>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562911181"/>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57665DA-B0DA-4531-AD39-C975BC8711E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4A0800D-BA33-4983-A323-A014655A54A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742FB4-7FA6-4023-A299-E437B5A205D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8EE205B-2DB3-4D39-A74B-9BFED464467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84ABB087-9E53-478E-ACAB-3ACF393D731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A734A967-C86F-4D1B-B3EA-66D296C2B441}"/>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3AD47766-F060-4352-95B5-681F3583DF47}"/>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94FFABA7-D8A4-404C-8CFA-C107EA60F7F1}"/>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67E77774-2C1E-4E64-BD1F-48B7EDE41DA2}"/>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3061882E-C4B4-4D12-9A3D-F9FF917AA8EE}"/>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6DDD3A8C-3749-41B0-A89C-116F6DCDFEBE}"/>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B1FD9C63-EBE9-4818-BA5F-3B2897B0905B}"/>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6188DA25-A9EF-469C-AD44-67EDC763EDA8}"/>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FF9D3183-E78E-4532-8A09-451E51DE1FD7}"/>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CECBBE6-4B5C-4E06-863D-ECDF6EEABDFB}"/>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06260A0B-5356-47D2-97AF-2587E722E95F}"/>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DE9518DA-137C-4ADB-8466-F1CC86D6E44B}"/>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E45D3186-93EB-491E-8C70-67BA10C383CD}"/>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C2B79F59-BD31-4DC9-B8C5-4CA79DB8B232}"/>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475BDB4-CB86-4C47-9A73-7259A2052554}"/>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BF11307E-451E-4357-81FC-1131B2BA0E3E}"/>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DD26B8EB-B876-433D-9D25-979F04984971}"/>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E996B95-F608-48FF-95D8-37707D4AE543}"/>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7C121C9B-9078-415F-9065-B75E09BAB4B2}"/>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EB8EE223-1CC2-450B-9CD4-85A9E14F9BE3}"/>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13BC326-923E-4E55-8980-ECF5CBCB603B}"/>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638974403"/>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26911F6-A9DC-48BC-B9FC-559FB07EF1C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B6B3C6-05DD-49C3-8D92-EB9C6A1768F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10D597-F361-4861-8BED-F3B3A5A3C312}"/>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2684642-7AB4-40A6-ADCB-9D835B630F0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55197E99-9D1E-474D-BCE9-E875F0B42D1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a03750130b94e0f"/>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65B90961-BAB9-4058-86B7-F4896C6231F0}"/>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88EEAAAB-7EE0-43A2-99FB-845D1F8DE761}"/>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46E46AE0-B991-431A-B4F7-A859030D42CB}"/>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6B47A3CE-A77E-4787-A0E3-5367A3F836AC}"/>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D9D4F9B5-3B41-476A-9178-B9AC95495C60}"/>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B70612AC-5877-458D-8188-7089710DDA71}"/>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A85D1FEF-AB03-4976-AD81-67C7DFECC211}"/>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4E722180-FCDE-40A8-899A-E133D535217F}"/>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24A229C5-9628-4858-B16D-D9147ACF7B08}"/>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5ACDC57-BB09-4735-BC81-08DCB39E1D12}"/>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1CF985A5-86D6-4471-A895-DAC9DEC1A9AA}"/>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B09DF7D-69BB-4E51-A3EE-EDCDB7B189CB}"/>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730066775"/>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0D709A2-477F-464E-91F0-52215824614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A1DC941-8A55-4972-8162-04D541C831B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DA50D91-CBDA-420B-98E2-25AE8F8F5FD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9452CD8-858A-4543-9C2A-4F59E208C466}"/>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7332A973-6699-4C39-AC8F-7F95F651780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8B51C1A1-6CA0-4F3B-B37B-250BBD15F73E}"/>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2F748819-632C-4275-99CF-C2D0B1251F16}"/>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BEC02158-AF01-4532-9B20-992D16BF0CCE}"/>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DB4B1C41-74CF-4867-A985-A0B9616C1BC0}"/>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A9761FDE-25A0-4F04-9126-2404DAB8FD44}"/>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2C0D3083-7F1B-4055-B14D-B1AFA75DCFEA}"/>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7424D9DC-D4FC-4D8A-A16D-36B454F111E7}"/>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C26BF184-848E-4667-946B-3568F621DCCE}"/>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900F862A-6FE8-4BEC-8806-90AC8BB24B99}"/>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78321F3A-EE05-4365-906D-C213A6D71B86}"/>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1228522-D793-4947-ACDD-5F3AE9A2EA3A}"/>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52C6760-D236-41DC-8F2C-2DD40A80170A}"/>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B8703106-2F9D-4B5D-B9B5-E7C5BD520119}"/>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D40F1EFE-01BA-4B1C-8BC5-D059A174C702}"/>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066EBDC0-75D4-447C-ADD5-5A5169A217DE}"/>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CF8A50C-7208-4D9C-8283-44C38F85659C}"/>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ECAFE1DD-7B58-4416-994C-00605DD39A35}"/>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AB712EAB-F30E-4A96-ABAE-42BF05BD8880}"/>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C0198DD3-3624-4B3D-9503-3A01020ABEA7}"/>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9BBB3A4-F39D-486D-88E0-277FED49C527}"/>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14A23154-F7B9-4535-9CB9-AB72452FA804}"/>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9D53DBA3-B1EC-4057-A682-FA2C215E6C07}"/>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C1ECD35C-5230-420C-99DC-60EE1CD27E55}"/>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023622752"/>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2026-09-16T07:15:57.0410000Z</dcterms:created>
  <dcterms:modified xsi:type="dcterms:W3CDTF">2026-09-16T07:15:57.0410000Z</dcterms:modified>
</coreProperties>
</file>