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71125699da4a52" /><Relationship Type="http://schemas.openxmlformats.org/officeDocument/2006/relationships/extended-properties" Target="/docProps/app.xml" Id="Rd5d2b4e522ec4930" /><Relationship Type="http://schemas.openxmlformats.org/officeDocument/2006/relationships/officeDocument" Target="/ppt/presentation.xml" Id="Rf6865c4eb9b640db" /></Relationships>
</file>

<file path=ppt/presentation.xml><?xml version="1.0" encoding="utf-8"?>
<p:presentation xmlns:p="http://schemas.openxmlformats.org/presentationml/2006/main">
  <p:sldMasterIdLst>
    <p:sldMasterId xmlns:r="http://schemas.openxmlformats.org/officeDocument/2006/relationships" id="2147483648" r:id="Rbcdfd7fc19944396"/>
  </p:sldMasterIdLst>
  <p:notesMasterIdLst>
    <p:notesMasterId xmlns:r="http://schemas.openxmlformats.org/officeDocument/2006/relationships" r:id="Rbce7ed3d531146aa"/>
  </p:notesMasterIdLst>
  <p:sldIdLst>
    <p:sldId xmlns:r="http://schemas.openxmlformats.org/officeDocument/2006/relationships" id="256" r:id="Re00f27f19635449c"/>
    <p:sldId xmlns:r="http://schemas.openxmlformats.org/officeDocument/2006/relationships" id="257" r:id="R0b6ad92317124d2b"/>
    <p:sldId xmlns:r="http://schemas.openxmlformats.org/officeDocument/2006/relationships" id="258" r:id="R124e2cb30b034e70"/>
    <p:sldId xmlns:r="http://schemas.openxmlformats.org/officeDocument/2006/relationships" id="259" r:id="Ra68198b7fc774bcc"/>
    <p:sldId xmlns:r="http://schemas.openxmlformats.org/officeDocument/2006/relationships" id="260" r:id="Rc82457babfc54488"/>
    <p:sldId xmlns:r="http://schemas.openxmlformats.org/officeDocument/2006/relationships" id="261" r:id="R042f6432162d4fe0"/>
    <p:sldId xmlns:r="http://schemas.openxmlformats.org/officeDocument/2006/relationships" id="262" r:id="R63a92f3993134d18"/>
    <p:sldId xmlns:r="http://schemas.openxmlformats.org/officeDocument/2006/relationships" id="263" r:id="Re4d3cb950be242ab"/>
    <p:sldId xmlns:r="http://schemas.openxmlformats.org/officeDocument/2006/relationships" id="264" r:id="Rcbc91f2f15d14d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93c6e957fc4d74" /><Relationship Type="http://schemas.openxmlformats.org/officeDocument/2006/relationships/slideMaster" Target="/ppt/slideMasters/slideMaster1.xml" Id="Rbcdfd7fc19944396" /><Relationship Type="http://schemas.openxmlformats.org/officeDocument/2006/relationships/notesMaster" Target="/ppt/notesMasters/notesMaster1.xml" Id="Rbce7ed3d531146aa" /><Relationship Type="http://schemas.openxmlformats.org/officeDocument/2006/relationships/presProps" Target="/ppt/presProps.xml" Id="Rf06027e39f124e08" /><Relationship Type="http://schemas.openxmlformats.org/officeDocument/2006/relationships/tableStyles" Target="/ppt/tableStyles.xml" Id="R359ab8cca66448db" /><Relationship Type="http://schemas.openxmlformats.org/officeDocument/2006/relationships/slide" Target="/ppt/slides/slide1.xml" Id="Re00f27f19635449c" /><Relationship Type="http://schemas.openxmlformats.org/officeDocument/2006/relationships/slide" Target="/ppt/slides/slide2.xml" Id="R0b6ad92317124d2b" /><Relationship Type="http://schemas.openxmlformats.org/officeDocument/2006/relationships/slide" Target="/ppt/slides/slide3.xml" Id="R124e2cb30b034e70" /><Relationship Type="http://schemas.openxmlformats.org/officeDocument/2006/relationships/slide" Target="/ppt/slides/slide4.xml" Id="Ra68198b7fc774bcc" /><Relationship Type="http://schemas.openxmlformats.org/officeDocument/2006/relationships/slide" Target="/ppt/slides/slide5.xml" Id="Rc82457babfc54488" /><Relationship Type="http://schemas.openxmlformats.org/officeDocument/2006/relationships/slide" Target="/ppt/slides/slide6.xml" Id="R042f6432162d4fe0" /><Relationship Type="http://schemas.openxmlformats.org/officeDocument/2006/relationships/slide" Target="/ppt/slides/slide7.xml" Id="R63a92f3993134d18" /><Relationship Type="http://schemas.openxmlformats.org/officeDocument/2006/relationships/slide" Target="/ppt/slides/slide8.xml" Id="Re4d3cb950be242ab" /><Relationship Type="http://schemas.openxmlformats.org/officeDocument/2006/relationships/slide" Target="/ppt/slides/slide9.xml" Id="Rcbc91f2f15d14d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2bff65b3f046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ada4a5ccc4b9b" /><Relationship Type="http://schemas.openxmlformats.org/officeDocument/2006/relationships/notesMaster" Target="/ppt/notesMasters/notesMaster1.xml" Id="Ra5ac3f0464c742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45adeb8d6e40c7" /><Relationship Type="http://schemas.openxmlformats.org/officeDocument/2006/relationships/notesMaster" Target="/ppt/notesMasters/notesMaster1.xml" Id="R8b7f764159714f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58162b98bc4f18" /><Relationship Type="http://schemas.openxmlformats.org/officeDocument/2006/relationships/notesMaster" Target="/ppt/notesMasters/notesMaster1.xml" Id="Rf72c26e6e4c749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32d49edb14942" /><Relationship Type="http://schemas.openxmlformats.org/officeDocument/2006/relationships/notesMaster" Target="/ppt/notesMasters/notesMaster1.xml" Id="R23381c2d399c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195adf70104aff" /><Relationship Type="http://schemas.openxmlformats.org/officeDocument/2006/relationships/notesMaster" Target="/ppt/notesMasters/notesMaster1.xml" Id="R05fb11a582ac4d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725268b0984548" /><Relationship Type="http://schemas.openxmlformats.org/officeDocument/2006/relationships/notesMaster" Target="/ppt/notesMasters/notesMaster1.xml" Id="Re9a4d4d631364b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e804d884044908" /><Relationship Type="http://schemas.openxmlformats.org/officeDocument/2006/relationships/notesMaster" Target="/ppt/notesMasters/notesMaster1.xml" Id="Rbbf096595bc447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98c9f5219a4a95" /><Relationship Type="http://schemas.openxmlformats.org/officeDocument/2006/relationships/notesMaster" Target="/ppt/notesMasters/notesMaster1.xml" Id="R9171bfdb389c42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0e575aab524a2f" /><Relationship Type="http://schemas.openxmlformats.org/officeDocument/2006/relationships/notesMaster" Target="/ppt/notesMasters/notesMaster1.xml" Id="R57d55b11f02d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DividendX brings that established market to people who hold tokenized stocks.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DividendX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1bdc0b761148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89e6eb827140b2" /><Relationship Type="http://schemas.openxmlformats.org/officeDocument/2006/relationships/slideLayout" Target="/ppt/slideLayouts/slideLayout1.xml" Id="R024ecf4b468042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4ecf4b468042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510848dda94f71" /><Relationship Type="http://schemas.openxmlformats.org/officeDocument/2006/relationships/notesSlide" Target="/ppt/notesSlides/notesSlide1.xml" Id="R0321a6c652d4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22d3ba24cc4a04" /><Relationship Type="http://schemas.openxmlformats.org/officeDocument/2006/relationships/notesSlide" Target="/ppt/notesSlides/notesSlide2.xml" Id="R17fddbd9d6ba48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1e26765e364681" /><Relationship Type="http://schemas.openxmlformats.org/officeDocument/2006/relationships/image" Target="/ppt/media/image.png" Id="Rb5ac46e1fc4f4b05" /><Relationship Type="http://schemas.openxmlformats.org/officeDocument/2006/relationships/notesSlide" Target="/ppt/notesSlides/notesSlide3.xml" Id="R928f550b86014a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4d41c09bd2495f" /><Relationship Type="http://schemas.openxmlformats.org/officeDocument/2006/relationships/notesSlide" Target="/ppt/notesSlides/notesSlide4.xml" Id="R448fede74ff7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698227062445ea" /><Relationship Type="http://schemas.openxmlformats.org/officeDocument/2006/relationships/notesSlide" Target="/ppt/notesSlides/notesSlide5.xml" Id="R171c109948b247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921308e7ff4d86" /><Relationship Type="http://schemas.openxmlformats.org/officeDocument/2006/relationships/notesSlide" Target="/ppt/notesSlides/notesSlide6.xml" Id="R1f66afe8d87249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79d9b5eb8d4b19" /><Relationship Type="http://schemas.openxmlformats.org/officeDocument/2006/relationships/image" Target="/ppt/media/image2.png" Id="Rfcc224efdba04a7f" /><Relationship Type="http://schemas.openxmlformats.org/officeDocument/2006/relationships/notesSlide" Target="/ppt/notesSlides/notesSlide7.xml" Id="R13afaf53939444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063ab8ebfc4240" /><Relationship Type="http://schemas.openxmlformats.org/officeDocument/2006/relationships/image" Target="/ppt/media/image3.png" Id="Rfb355bb7407545f9" /><Relationship Type="http://schemas.openxmlformats.org/officeDocument/2006/relationships/notesSlide" Target="/ppt/notesSlides/notesSlide8.xml" Id="R069df9c278524b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7e339a2a0744f9" /><Relationship Type="http://schemas.openxmlformats.org/officeDocument/2006/relationships/notesSlide" Target="/ppt/notesSlides/notesSlide9.xml" Id="Rbd231ae64ab142b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BAAF1D-6E30-4D9A-AA19-3ABBDC7EAE8C}"/>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6A2C7D-3EF4-4CB2-BD20-49E99B3A449F}"/>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4AA605-DC48-4CDB-B195-23FA5739CB97}"/>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91E319F-74A7-4B42-88D6-A718A7C5DDB3}"/>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5DE73F3-4A96-4524-9893-575123B2490D}"/>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BE6F2E41-275C-476D-BAB9-A3D4E574D778}"/>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C81A1FAA-A9EB-4986-A691-A38C27CDFE5C}"/>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2B910D-A746-49BA-8165-369D75948770}"/>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31037012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35C450-1BEF-47FC-8D8E-1D3C3C41D9D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8619FB-4726-43B7-B002-CE5457DCB58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36ADCC-2AEC-4521-90DE-AB2A1D6B2BB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1DFB2F4-F1C0-4138-92B2-B0C8600C08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EDB35036-AE0F-42DA-A42C-B509425F6D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2F83EDB7-9FA8-44E1-8D58-61E16C5267CD}"/>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AA282A8-CFB5-4945-B7D1-6EBD6557A538}"/>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D2E31D37-1C07-44A3-819B-ED47A1A968A3}"/>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4CF86D11-3473-4080-A9A6-938FC0D06C85}"/>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3CCB09DB-AE09-4871-8912-AB7CD7373E3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E8524DEF-4328-4C34-9AFD-7596D215E9A4}"/>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794FB068-6747-4B7D-9BDD-AAE9F7C4E7E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DED5E34-4BF8-48B8-A1E4-985556891BF6}"/>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5BD196-29DA-4FD9-9A71-077854486256}"/>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FB0D2BB5-5413-4B07-99D2-3BCB9FC36FA5}"/>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E304A16F-6778-4DA5-91EA-95CD7FE224C8}"/>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C6FC1E09-6C57-4B92-8D66-2187DC8A1D65}"/>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735E8072-2F2A-4D52-AB0E-C57E8090A2ED}"/>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F510E95D-C3EB-4AD9-8CE1-F2E8486930B1}"/>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D0D27DCB-16F9-4ECE-BA4A-65862D29CED2}"/>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60E26CC4-1F1B-4866-BD4C-C8618AB44551}"/>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238A39CB-D45C-4193-A935-B2E8C913AE05}"/>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53CD8529-8902-43B9-9286-2D5E16B5E14F}"/>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47EFE68-BDA9-4986-83D0-F71A0A45700A}"/>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440168CD-45DA-466B-A8B8-07091EFB50F8}"/>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14210751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576943E-BF47-4D8C-B054-88819D452B7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9ADA5D-3FEE-4085-A254-EB3F0F58B32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7517BC-84F2-40F8-A474-7059683EC52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E4EC6F9A-E49A-48F2-8001-E3F7AA63D2F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A4D5EA63-B32C-42F6-A6C8-351DC072B56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5ac46e1fc4f4b05"/>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6C2359F7-930A-4CFA-9852-132F132CD8FC}"/>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3686AA91-B7A9-435C-BAE1-DCAE7C2F80E6}"/>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6EF916BF-9A82-48BA-BDED-F8A782C8B5CD}"/>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E5830649-7A94-4181-96D1-16A15DBC62E1}"/>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6316004A-3F47-4139-A678-BBC63BC5F81F}"/>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1B5966CF-DD41-4746-B859-4BCB88DDC8DF}"/>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7DA9B1AB-430E-4D82-BE98-9F9B5B46F650}"/>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54EF31DA-956D-41A5-A9EE-55DC17BCD801}"/>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6D2BB5E0-EEA4-4FE4-9503-4DC095AAEBAD}"/>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A9B94C64-96E5-4673-BE38-2E62352B7F41}"/>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EDCAFC02-C945-4E60-BC66-466AF5325186}"/>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8270978D-2D7F-4AA8-A23D-FA91355C859B}"/>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A52F4BAF-D7ED-4A19-B7F0-4D2D3C689168}"/>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58A533B1-C14E-4259-94F3-62BF884C58CC}"/>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D8A3870A-C150-4076-8658-EDEC5F2C4533}"/>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5F91E9DA-97CA-4011-BB97-38E0F9B2EC0D}"/>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205953602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E521ED-DDAA-472A-85EE-45BB222B2B7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570A88-06DD-462F-8E45-FFA6A57538C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C13E16-C44C-450A-98D3-AB892AE70E7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F27265EE-9BB6-4254-90BF-B662AABBF95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F385E1B5-9AAB-4C87-976D-FE9224118B8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CBFC040A-EA6B-4828-BF16-2490A2755E43}"/>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FB2E224E-4551-4B57-942C-6275798FC20D}"/>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1A49E646-8755-416E-A888-C78F207C17BD}"/>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2CEC5306-424C-4A67-8069-7A8005100093}"/>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586C62-31E9-4C3A-A0BE-7A62CDD3158B}"/>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FD830127-9FA7-4907-8B61-8A2BCEB7C9E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3C6B18E2-50D2-4859-8841-F88DA9EE54A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8D5DCA04-34DA-45DA-B735-E4055E0DC2C5}"/>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594E22B5-D67D-4C4F-B9F0-0EC69F4EC778}"/>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547932593"/>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D2DF24-D561-462B-9B20-60DB96B6FCD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142E30-13F1-46E2-8B36-5811C81AC2C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9BFA40-33F0-4AC9-8527-45A56DA4B64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E459CF4A-AB38-4FA0-AE1B-923113E1F02B}"/>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AD839862-A6BC-45E6-B629-41FB8FE9DE4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892EE038-C752-42CA-A7C1-24D1B9F90DA0}"/>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A153FABA-81F9-4A3B-A156-B57159EE8477}"/>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3090C59A-8AAB-418F-BB1F-7EB85C2EC0AD}"/>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8910991B-CE74-4B45-89D9-77FA760D8B83}"/>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E97A96-083C-41EA-B6ED-D0953D9F9F9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9B34F0FA-B59F-4B30-BECE-4CD9A1458C0D}"/>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720CE385-01D6-4876-A609-EFD008B9F738}"/>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0BE9B527-E14E-461E-99B5-CDCC87BEA238}"/>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74E049-FD50-4636-811B-C50E3BC562A8}"/>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DF55B3C1-D9AA-45C8-AD33-8463D54D8723}"/>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29BA2EEA-AB6A-4FF3-A812-F55DB14880CC}"/>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6AB3CB11-F693-40C2-A01C-B5A6F2F5582B}"/>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4923604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1158BD-E4AA-4822-8F92-4862DB20BB6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D35F0C-2ACE-41DE-88D9-B39E463700A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9E1758-09BB-4F0E-8730-890128A41B1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98D62AC1-79F7-47D3-A2B1-A8A353BF6A4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DD6AD611-09FA-4843-90ED-FF26B0865EA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AC03F3BD-4AF6-4D7D-B6DA-1FC99A313B06}"/>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5D9D731F-724B-4CA8-AFB7-3062B71082CB}"/>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3E12A0B1-310B-40B0-8242-CB3823F8750E}"/>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0AC858CC-CC61-4DC1-AD4C-315DDB388278}"/>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44B0ED-9F34-4FCC-A6EA-A7BED17B43B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BE3A8087-AE08-4E58-B537-081EE7765241}"/>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4AEDB91E-17CF-46D2-BE4D-BCC5DFD588B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F5D60DA2-F4E9-4369-8B26-5CBB15DC9550}"/>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ACAB8E-2B59-4C4B-974A-FE657E09DAA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94A9928-6712-4032-B785-B78A47C8B36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F3BAC745-0872-4EB9-A19C-E6161D00E082}"/>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7A11D30C-531B-4D21-9305-C67971076E47}"/>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FFCE986-C1B8-40F6-B5C0-F194A35E5589}"/>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162158809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1AB377-6708-4F08-8F6D-FB2567F4E2D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CF7E17-D58A-410D-85AD-0748081FA17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9A9A82-2775-4528-B855-1552D06CD55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AF46C9AC-4B35-449E-B479-2A5DD5BFB2E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FBEB02FD-E597-46AB-A2D3-2E595321D99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cc224efdba04a7f"/>
          <a:stretch xmlns:a="http://schemas.openxmlformats.org/drawingml/2006/main"/>
        </p:blipFill>
        <p:spPr>
          <a:xfrm xmlns:a="http://schemas.openxmlformats.org/drawingml/2006/main">
            <a:off x="514350" y="1790700"/>
            <a:ext cx="3381375" cy="3381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7685C8-861B-45DD-A8D6-B845E5C22705}"/>
              </a:ext>
            </a:extLst>
          </p:cNvPr>
          <p:cNvSpPr>
            <a:spLocks xmlns:a="http://schemas.openxmlformats.org/drawingml/2006/main" noGrp="1"/>
          </p:cNvSpPr>
          <p:nvPr/>
        </p:nvSpPr>
        <p:spPr>
          <a:xfrm xmlns:a="http://schemas.openxmlformats.org/drawingml/2006/main">
            <a:off x="4305300" y="18859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8" name="">
            <a:extLst xmlns:a="http://schemas.openxmlformats.org/drawingml/2006/main">
              <a:ext uri="{FF2B5EF4-FFF2-40B4-BE49-F238E27FC236}">
                <a16:creationId xmlns:a16="http://schemas.microsoft.com/office/drawing/2014/main" id="{80C77953-82D5-4C56-8BBF-928128B4E6D0}"/>
              </a:ext>
            </a:extLst>
          </p:cNvPr>
          <p:cNvSpPr>
            <a:spLocks xmlns:a="http://schemas.openxmlformats.org/drawingml/2006/main" noGrp="1"/>
          </p:cNvSpPr>
          <p:nvPr/>
        </p:nvSpPr>
        <p:spPr>
          <a:xfrm xmlns:a="http://schemas.openxmlformats.org/drawingml/2006/main">
            <a:off x="4305300" y="22098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Buy or sell part of a dividend claim.</a:t>
            </a:r>
          </a:p>
        </p:txBody>
      </p:sp>
      <p:sp>
        <p:nvSpPr>
          <p:cNvPr id="9" name="Dividend claim">
            <a:extLst xmlns:a="http://schemas.openxmlformats.org/drawingml/2006/main">
              <a:ext uri="{FF2B5EF4-FFF2-40B4-BE49-F238E27FC236}">
                <a16:creationId xmlns:a16="http://schemas.microsoft.com/office/drawing/2014/main" id="{EE16C507-BCD1-4522-BC72-4EEB4F2F9A6C}"/>
              </a:ext>
            </a:extLst>
          </p:cNvPr>
          <p:cNvSpPr>
            <a:spLocks xmlns:a="http://schemas.openxmlformats.org/drawingml/2006/main" noGrp="1"/>
          </p:cNvSpPr>
          <p:nvPr/>
        </p:nvSpPr>
        <p:spPr>
          <a:xfrm xmlns:a="http://schemas.openxmlformats.org/drawingml/2006/main">
            <a:off x="4305300" y="3257550"/>
            <a:ext cx="3086100" cy="438150"/>
          </a:xfrm>
          <a:prstGeom xmlns:a="http://schemas.openxmlformats.org/drawingml/2006/main" prst="roundRect">
            <a:avLst>
              <a:gd name="adj" fmla="val 21739"/>
            </a:avLst>
          </a:prstGeom>
          <a:solidFill xmlns:a="http://schemas.openxmlformats.org/drawingml/2006/main">
            <a:srgbClr val="F8E8D4"/>
          </a:solidFill>
          <a:ln xmlns:a="http://schemas.openxmlformats.org/drawingml/2006/main" w="9525">
            <a:solidFill>
              <a:srgbClr val="C46A00"/>
            </a:solidFill>
            <a:prstDash val="solid"/>
          </a:ln>
        </p:spPr>
      </p:sp>
      <p:sp>
        <p:nvSpPr>
          <p:cNvPr id="10" name="">
            <a:extLst xmlns:a="http://schemas.openxmlformats.org/drawingml/2006/main">
              <a:ext uri="{FF2B5EF4-FFF2-40B4-BE49-F238E27FC236}">
                <a16:creationId xmlns:a16="http://schemas.microsoft.com/office/drawing/2014/main" id="{4E721925-F759-40CD-8622-5E6A8B847BE2}"/>
              </a:ext>
            </a:extLst>
          </p:cNvPr>
          <p:cNvSpPr>
            <a:spLocks xmlns:a="http://schemas.openxmlformats.org/drawingml/2006/main" noGrp="1"/>
          </p:cNvSpPr>
          <p:nvPr/>
        </p:nvSpPr>
        <p:spPr>
          <a:xfrm xmlns:a="http://schemas.openxmlformats.org/drawingml/2006/main">
            <a:off x="4476750" y="3381375"/>
            <a:ext cx="2743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1" name="Holder part">
            <a:extLst xmlns:a="http://schemas.openxmlformats.org/drawingml/2006/main">
              <a:ext uri="{FF2B5EF4-FFF2-40B4-BE49-F238E27FC236}">
                <a16:creationId xmlns:a16="http://schemas.microsoft.com/office/drawing/2014/main" id="{63908C06-C519-4CEB-8C22-B02DA3B3D74D}"/>
              </a:ext>
            </a:extLst>
          </p:cNvPr>
          <p:cNvSpPr>
            <a:spLocks xmlns:a="http://schemas.openxmlformats.org/drawingml/2006/main" noGrp="1"/>
          </p:cNvSpPr>
          <p:nvPr/>
        </p:nvSpPr>
        <p:spPr>
          <a:xfrm xmlns:a="http://schemas.openxmlformats.org/drawingml/2006/main">
            <a:off x="4305300" y="4048125"/>
            <a:ext cx="1333500" cy="590550"/>
          </a:xfrm>
          <a:prstGeom xmlns:a="http://schemas.openxmlformats.org/drawingml/2006/main" prst="roundRect">
            <a:avLst>
              <a:gd name="adj" fmla="val 16129"/>
            </a:avLst>
          </a:prstGeom>
          <a:solidFill xmlns:a="http://schemas.openxmlformats.org/drawingml/2006/main">
            <a:srgbClr val="FFFEFB"/>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38BB5D76-04A2-42E5-8D47-FE902BE0CE5E}"/>
              </a:ext>
            </a:extLst>
          </p:cNvPr>
          <p:cNvSpPr>
            <a:spLocks xmlns:a="http://schemas.openxmlformats.org/drawingml/2006/main" noGrp="1"/>
          </p:cNvSpPr>
          <p:nvPr/>
        </p:nvSpPr>
        <p:spPr>
          <a:xfrm xmlns:a="http://schemas.openxmlformats.org/drawingml/2006/main">
            <a:off x="4438650" y="42291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holder keeps</a:t>
            </a:r>
          </a:p>
        </p:txBody>
      </p:sp>
      <p:sp>
        <p:nvSpPr>
          <p:cNvPr id="13" name="Buyer part">
            <a:extLst xmlns:a="http://schemas.openxmlformats.org/drawingml/2006/main">
              <a:ext uri="{FF2B5EF4-FFF2-40B4-BE49-F238E27FC236}">
                <a16:creationId xmlns:a16="http://schemas.microsoft.com/office/drawing/2014/main" id="{52AE0CAD-3676-48DA-960F-EDA05F56963D}"/>
              </a:ext>
            </a:extLst>
          </p:cNvPr>
          <p:cNvSpPr>
            <a:spLocks xmlns:a="http://schemas.openxmlformats.org/drawingml/2006/main" noGrp="1"/>
          </p:cNvSpPr>
          <p:nvPr/>
        </p:nvSpPr>
        <p:spPr>
          <a:xfrm xmlns:a="http://schemas.openxmlformats.org/drawingml/2006/main">
            <a:off x="5848350" y="4048125"/>
            <a:ext cx="1543050" cy="590550"/>
          </a:xfrm>
          <a:prstGeom xmlns:a="http://schemas.openxmlformats.org/drawingml/2006/main" prst="roundRect">
            <a:avLst>
              <a:gd name="adj" fmla="val 16129"/>
            </a:avLst>
          </a:prstGeom>
          <a:solidFill xmlns:a="http://schemas.openxmlformats.org/drawingml/2006/main">
            <a:srgbClr val="F8E8D4"/>
          </a:solidFill>
          <a:ln xmlns:a="http://schemas.openxmlformats.org/drawingml/2006/main" w="9525">
            <a:solidFill>
              <a:srgbClr val="C46A00"/>
            </a:solidFill>
            <a:prstDash val="solid"/>
          </a:ln>
        </p:spPr>
      </p:sp>
      <p:sp>
        <p:nvSpPr>
          <p:cNvPr id="14" name="">
            <a:extLst xmlns:a="http://schemas.openxmlformats.org/drawingml/2006/main">
              <a:ext uri="{FF2B5EF4-FFF2-40B4-BE49-F238E27FC236}">
                <a16:creationId xmlns:a16="http://schemas.microsoft.com/office/drawing/2014/main" id="{55CFF9FB-3B38-4109-AF8B-910BCAC36268}"/>
              </a:ext>
            </a:extLst>
          </p:cNvPr>
          <p:cNvSpPr>
            <a:spLocks xmlns:a="http://schemas.openxmlformats.org/drawingml/2006/main" noGrp="1"/>
          </p:cNvSpPr>
          <p:nvPr/>
        </p:nvSpPr>
        <p:spPr>
          <a:xfrm xmlns:a="http://schemas.openxmlformats.org/drawingml/2006/main">
            <a:off x="5981700" y="4229100"/>
            <a:ext cx="1276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buyer takes part</a:t>
            </a:r>
          </a:p>
        </p:txBody>
      </p:sp>
      <p:cxnSp>
        <p:nvCxnSpPr>
          <p:cNvPr id="44" name=""/>
          <p:cNvCxnSpPr>
            <a:stCxn xmlns:a="http://schemas.openxmlformats.org/drawingml/2006/main" id="9" idx="2"/>
            <a:endCxn xmlns:a="http://schemas.openxmlformats.org/drawingml/2006/main" id="11" idx="0"/>
          </p:cNvCxnSpPr>
          <p:nvPr/>
        </p:nvCxnSpPr>
        <p:spPr>
          <a:xfrm xmlns:a="http://schemas.openxmlformats.org/drawingml/2006/main" flipH="1">
            <a:off x="4972050" y="3695700"/>
            <a:ext cx="876300" cy="35242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5" name=""/>
          <p:cNvCxnSpPr>
            <a:stCxn xmlns:a="http://schemas.openxmlformats.org/drawingml/2006/main" id="9" idx="2"/>
            <a:endCxn xmlns:a="http://schemas.openxmlformats.org/drawingml/2006/main" id="13" idx="0"/>
          </p:cNvCxnSpPr>
          <p:nvPr/>
        </p:nvCxnSpPr>
        <p:spPr>
          <a:xfrm xmlns:a="http://schemas.openxmlformats.org/drawingml/2006/main">
            <a:off x="5848350" y="3695700"/>
            <a:ext cx="771525" cy="35242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7" name="">
            <a:extLst xmlns:a="http://schemas.openxmlformats.org/drawingml/2006/main">
              <a:ext uri="{FF2B5EF4-FFF2-40B4-BE49-F238E27FC236}">
                <a16:creationId xmlns:a16="http://schemas.microsoft.com/office/drawing/2014/main" id="{FFF47BE4-7F8C-4ACE-8922-3FB4CD37EEF7}"/>
              </a:ext>
            </a:extLst>
          </p:cNvPr>
          <p:cNvSpPr>
            <a:spLocks xmlns:a="http://schemas.openxmlformats.org/drawingml/2006/main" noGrp="1"/>
          </p:cNvSpPr>
          <p:nvPr/>
        </p:nvSpPr>
        <p:spPr>
          <a:xfrm xmlns:a="http://schemas.openxmlformats.org/drawingml/2006/main">
            <a:off x="76962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BB95D70-8091-4293-8227-3418C88A6B95}"/>
              </a:ext>
            </a:extLst>
          </p:cNvPr>
          <p:cNvSpPr>
            <a:spLocks xmlns:a="http://schemas.openxmlformats.org/drawingml/2006/main" noGrp="1"/>
          </p:cNvSpPr>
          <p:nvPr/>
        </p:nvSpPr>
        <p:spPr>
          <a:xfrm xmlns:a="http://schemas.openxmlformats.org/drawingml/2006/main">
            <a:off x="8039100" y="18859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9" name="">
            <a:extLst xmlns:a="http://schemas.openxmlformats.org/drawingml/2006/main">
              <a:ext uri="{FF2B5EF4-FFF2-40B4-BE49-F238E27FC236}">
                <a16:creationId xmlns:a16="http://schemas.microsoft.com/office/drawing/2014/main" id="{B33DD72F-2736-4ED7-AB28-AF160D755607}"/>
              </a:ext>
            </a:extLst>
          </p:cNvPr>
          <p:cNvSpPr>
            <a:spLocks xmlns:a="http://schemas.openxmlformats.org/drawingml/2006/main" noGrp="1"/>
          </p:cNvSpPr>
          <p:nvPr/>
        </p:nvSpPr>
        <p:spPr>
          <a:xfrm xmlns:a="http://schemas.openxmlformats.org/drawingml/2006/main">
            <a:off x="8039100" y="22288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Inspect the onchain record.</a:t>
            </a:r>
          </a:p>
        </p:txBody>
      </p:sp>
      <p:sp>
        <p:nvSpPr>
          <p:cNvPr id="20" name="">
            <a:extLst xmlns:a="http://schemas.openxmlformats.org/drawingml/2006/main">
              <a:ext uri="{FF2B5EF4-FFF2-40B4-BE49-F238E27FC236}">
                <a16:creationId xmlns:a16="http://schemas.microsoft.com/office/drawing/2014/main" id="{E174F294-D8E9-4C58-A542-1F4068BCECE1}"/>
              </a:ext>
            </a:extLst>
          </p:cNvPr>
          <p:cNvSpPr>
            <a:spLocks xmlns:a="http://schemas.openxmlformats.org/drawingml/2006/main" noGrp="1"/>
          </p:cNvSpPr>
          <p:nvPr/>
        </p:nvSpPr>
        <p:spPr>
          <a:xfrm xmlns:a="http://schemas.openxmlformats.org/drawingml/2006/main">
            <a:off x="8039100" y="3162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3AF76BFE-25C7-4456-A702-911F22523946}"/>
              </a:ext>
            </a:extLst>
          </p:cNvPr>
          <p:cNvSpPr>
            <a:spLocks xmlns:a="http://schemas.openxmlformats.org/drawingml/2006/main" noGrp="1"/>
          </p:cNvSpPr>
          <p:nvPr/>
        </p:nvSpPr>
        <p:spPr>
          <a:xfrm xmlns:a="http://schemas.openxmlformats.org/drawingml/2006/main">
            <a:off x="8572500" y="3143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Vault balance</a:t>
            </a:r>
          </a:p>
        </p:txBody>
      </p:sp>
      <p:sp>
        <p:nvSpPr>
          <p:cNvPr id="22" name="">
            <a:extLst xmlns:a="http://schemas.openxmlformats.org/drawingml/2006/main">
              <a:ext uri="{FF2B5EF4-FFF2-40B4-BE49-F238E27FC236}">
                <a16:creationId xmlns:a16="http://schemas.microsoft.com/office/drawing/2014/main" id="{38F4EC2E-2379-4475-A176-A1482CE48182}"/>
              </a:ext>
            </a:extLst>
          </p:cNvPr>
          <p:cNvSpPr>
            <a:spLocks xmlns:a="http://schemas.openxmlformats.org/drawingml/2006/main" noGrp="1"/>
          </p:cNvSpPr>
          <p:nvPr/>
        </p:nvSpPr>
        <p:spPr>
          <a:xfrm xmlns:a="http://schemas.openxmlformats.org/drawingml/2006/main">
            <a:off x="8039100" y="35623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18EEE8C-DE3A-4BA4-BC29-70F5D07EA875}"/>
              </a:ext>
            </a:extLst>
          </p:cNvPr>
          <p:cNvSpPr>
            <a:spLocks xmlns:a="http://schemas.openxmlformats.org/drawingml/2006/main" noGrp="1"/>
          </p:cNvSpPr>
          <p:nvPr/>
        </p:nvSpPr>
        <p:spPr>
          <a:xfrm xmlns:a="http://schemas.openxmlformats.org/drawingml/2006/main">
            <a:off x="8039100" y="3848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CC8BDA22-22AF-4D52-8700-7D0446145EB8}"/>
              </a:ext>
            </a:extLst>
          </p:cNvPr>
          <p:cNvSpPr>
            <a:spLocks xmlns:a="http://schemas.openxmlformats.org/drawingml/2006/main" noGrp="1"/>
          </p:cNvSpPr>
          <p:nvPr/>
        </p:nvSpPr>
        <p:spPr>
          <a:xfrm xmlns:a="http://schemas.openxmlformats.org/drawingml/2006/main">
            <a:off x="8572500" y="3829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Claims outstanding</a:t>
            </a:r>
          </a:p>
        </p:txBody>
      </p:sp>
      <p:sp>
        <p:nvSpPr>
          <p:cNvPr id="25" name="">
            <a:extLst xmlns:a="http://schemas.openxmlformats.org/drawingml/2006/main">
              <a:ext uri="{FF2B5EF4-FFF2-40B4-BE49-F238E27FC236}">
                <a16:creationId xmlns:a16="http://schemas.microsoft.com/office/drawing/2014/main" id="{A99A9B46-335A-4959-AB7F-3B4E0FF52292}"/>
              </a:ext>
            </a:extLst>
          </p:cNvPr>
          <p:cNvSpPr>
            <a:spLocks xmlns:a="http://schemas.openxmlformats.org/drawingml/2006/main" noGrp="1"/>
          </p:cNvSpPr>
          <p:nvPr/>
        </p:nvSpPr>
        <p:spPr>
          <a:xfrm xmlns:a="http://schemas.openxmlformats.org/drawingml/2006/main">
            <a:off x="8039100" y="42481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344C56C-D015-482B-ABA2-188BEDCAB13D}"/>
              </a:ext>
            </a:extLst>
          </p:cNvPr>
          <p:cNvSpPr>
            <a:spLocks xmlns:a="http://schemas.openxmlformats.org/drawingml/2006/main" noGrp="1"/>
          </p:cNvSpPr>
          <p:nvPr/>
        </p:nvSpPr>
        <p:spPr>
          <a:xfrm xmlns:a="http://schemas.openxmlformats.org/drawingml/2006/main">
            <a:off x="8039100" y="4533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7" name="">
            <a:extLst xmlns:a="http://schemas.openxmlformats.org/drawingml/2006/main">
              <a:ext uri="{FF2B5EF4-FFF2-40B4-BE49-F238E27FC236}">
                <a16:creationId xmlns:a16="http://schemas.microsoft.com/office/drawing/2014/main" id="{17028167-D836-4FBF-A752-F15A1E6B7BCF}"/>
              </a:ext>
            </a:extLst>
          </p:cNvPr>
          <p:cNvSpPr>
            <a:spLocks xmlns:a="http://schemas.openxmlformats.org/drawingml/2006/main" noGrp="1"/>
          </p:cNvSpPr>
          <p:nvPr/>
        </p:nvSpPr>
        <p:spPr>
          <a:xfrm xmlns:a="http://schemas.openxmlformats.org/drawingml/2006/main">
            <a:off x="8572500" y="45148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Redemption history</a:t>
            </a:r>
          </a:p>
        </p:txBody>
      </p:sp>
      <p:sp>
        <p:nvSpPr>
          <p:cNvPr id="28" name="">
            <a:extLst xmlns:a="http://schemas.openxmlformats.org/drawingml/2006/main">
              <a:ext uri="{FF2B5EF4-FFF2-40B4-BE49-F238E27FC236}">
                <a16:creationId xmlns:a16="http://schemas.microsoft.com/office/drawing/2014/main" id="{B41C3ED7-EC3B-4379-B91B-F5B0BD60AB05}"/>
              </a:ext>
            </a:extLst>
          </p:cNvPr>
          <p:cNvSpPr>
            <a:spLocks xmlns:a="http://schemas.openxmlformats.org/drawingml/2006/main" noGrp="1"/>
          </p:cNvSpPr>
          <p:nvPr/>
        </p:nvSpPr>
        <p:spPr>
          <a:xfrm xmlns:a="http://schemas.openxmlformats.org/drawingml/2006/main">
            <a:off x="8039100" y="49339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8352E96-3185-4993-A1B2-1125E8803666}"/>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41856468"/>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6F462D2-2256-466C-8059-C604A147B2D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88F455-E89F-4892-89A1-3427D82B48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1DBBEE-DC46-4D5B-B0F1-CD65D23941C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FFAE1D2-C708-44F5-BB8E-7401AF05635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4A57EC6E-89B7-46F9-BE50-28EA3269F53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b355bb7407545f9"/>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E197F057-911A-4362-A7EB-268A1AF06A39}"/>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522FABDA-B668-40C1-B0D7-BED295A21248}"/>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7DE5CC41-CB11-4B15-83BE-727B6A593542}"/>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664C7676-53BA-4AAD-BA28-972A1B3E5215}"/>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097D613C-F81A-4AB9-976D-7F9D2C62E0E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A937CE4-B5E7-434D-9A11-4AC64FC34E9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FFD1194F-0595-409D-BAEE-675FDC6E9B48}"/>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61A162E6-EE4A-4C80-8978-5A424FECA885}"/>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6D91255E-A3DD-448E-BAD8-EC5C7D95E3CE}"/>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57E71F3-6094-4137-9F55-2DCB06AA494F}"/>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05EA6F60-4862-43F4-A44B-55182A5914FD}"/>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B511FD7-47EB-49B8-AF27-F6F761BEF21E}"/>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27586584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C2714BE-1403-41BB-9817-28B4E128C39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69922D-0DB7-4751-AA18-AE7E5B7216D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A48FF3-25C2-4F34-B4BE-E41CA859DE1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B1A8B35D-1FC3-47FF-B1DA-D436DE838BB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E010984B-0168-475F-82F8-13474B159DE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AE0183B-7797-4D95-9519-6CE06BD6E6CF}"/>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B53F78F1-EF00-4ED4-9CB2-A7130F32B4C2}"/>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5DB66846-FBFB-4B96-A66C-19DA5967D2AE}"/>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8130AAFE-A9D7-4E05-8FED-74C5D158796E}"/>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577C6725-1544-4D23-BFAD-AFB62A1E20F8}"/>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97E9E884-D846-4386-AFB2-4EB6B7C64E89}"/>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721B12DE-9B5B-4FC6-97DD-B11224D514FD}"/>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062A7091-96FA-4223-8D41-E39A6C1AFE50}"/>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0824DEB-F801-4E10-A614-4BA8BE8548F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CBD5D108-DE59-456E-A53C-C6D6814E7E5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A1AC3D8-1FD5-4FC8-9254-7083966FE87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BB5A62-6990-440F-B7F8-B752C9D554BF}"/>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41B7F319-01F0-41DB-A576-AF88E4D219AC}"/>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393111F1-ED37-4DA5-9E71-CEA2265D8B18}"/>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47577B66-40DD-4C1A-BBFB-D47124EB6654}"/>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12C1952-B6EF-4ECC-A442-DFEC5D269777}"/>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7514E577-B3E6-49D7-B199-FC8AEA09834A}"/>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8C4F642D-63F4-4DB3-B242-093E3DC129E9}"/>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A188538F-078E-4E5B-A254-4AD797749B8E}"/>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3327C58-F3EB-48CE-ADAC-A78009EB775C}"/>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BEF4FB3C-0078-4A31-9FFF-B18558B30396}"/>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392E2E44-41CC-4D89-A01A-15943200367B}"/>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D41D8D8F-C582-4B08-BF3A-1B0B954BDE0E}"/>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01165607"/>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2026-09-16T08:18:38.0450000Z</dcterms:created>
  <dcterms:modified xsi:type="dcterms:W3CDTF">2026-09-16T08:18:38.0450000Z</dcterms:modified>
</coreProperties>
</file>